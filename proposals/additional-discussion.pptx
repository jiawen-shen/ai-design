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DISCUSSION  ·  個人心得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≠ 全自動駕駛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the driver's seat, even with an AI co-pilot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0078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agent 當副駕，不是把方向盤整個丟過去 — 你還是駕駛，要看路、確認方向、必要時接管。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8229600" cy="3658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86000"/>
            <a:ext cx="2596896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68880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1618488" y="3401568"/>
            <a:ext cx="457200" cy="2286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493008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可以幫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822192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help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133088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 code、跑步驟、改錯字、查文件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64992" y="2286000"/>
            <a:ext cx="2596896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2468880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5400" dirty="0"/>
          </a:p>
        </p:txBody>
      </p:sp>
      <p:sp>
        <p:nvSpPr>
          <p:cNvPr id="15" name="Shape 13"/>
          <p:cNvSpPr/>
          <p:nvPr/>
        </p:nvSpPr>
        <p:spPr>
          <a:xfrm>
            <a:off x="4434840" y="3401568"/>
            <a:ext cx="457200" cy="2286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3493008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你要看路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64992" y="3822192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watching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47872" y="4133088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方向對不對、有沒有偏掉、要不要踩煞車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1344" y="2286000"/>
            <a:ext cx="2596896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1344" y="2468880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5400" dirty="0"/>
          </a:p>
        </p:txBody>
      </p:sp>
      <p:sp>
        <p:nvSpPr>
          <p:cNvPr id="21" name="Shape 19"/>
          <p:cNvSpPr/>
          <p:nvPr/>
        </p:nvSpPr>
        <p:spPr>
          <a:xfrm>
            <a:off x="7251192" y="3401568"/>
            <a:ext cx="457200" cy="2286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3493008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方向你決定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81344" y="3822192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steer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64224" y="4133088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終點是什麼、為什麼這樣做、責任是你的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8229600" cy="3658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16636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AFE0EF"/>
          </a:solidFill>
          <a:ln w="12700">
            <a:solidFill>
              <a:srgbClr val="0690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28523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9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agent 用在「加速執行」上，不是「代你判斷」上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48640" y="57424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690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on the wheel  ·  Eyes on the road  ·  Mind on the destination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0533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Karen's personal note from vibe coding the past 6 months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Additional Discussion — Vibe Coding</dc:title>
  <dc:subject>PptxGenJS Presentation</dc:subject>
  <dc:creator>Karen Shen</dc:creator>
  <cp:lastModifiedBy>Karen Shen</cp:lastModifiedBy>
  <cp:revision>1</cp:revision>
  <dcterms:created xsi:type="dcterms:W3CDTF">2026-05-19T03:48:27Z</dcterms:created>
  <dcterms:modified xsi:type="dcterms:W3CDTF">2026-05-19T03:48:27Z</dcterms:modified>
</cp:coreProperties>
</file>