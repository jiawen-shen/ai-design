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715000"/>
  <p:notesSz cx="5715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011680"/>
            <a:ext cx="1005840" cy="329184"/>
          </a:xfrm>
          <a:prstGeom prst="roundRect">
            <a:avLst>
              <a:gd name="adj" fmla="val 50000"/>
            </a:avLst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201168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/ 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242316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名詞速查 + 三種 Working Repo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31520" y="324612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Vocabulary + Working Repo Types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31520" y="3886200"/>
            <a:ext cx="548640" cy="36576"/>
          </a:xfrm>
          <a:prstGeom prst="rect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977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for UI Designers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這週會講什麼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16736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we'll cover today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847088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0574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057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43000" y="1965960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名詞速查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143000" y="22951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 Quick Reference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63440" y="2075688"/>
            <a:ext cx="73152" cy="73152"/>
          </a:xfrm>
          <a:prstGeom prst="ellipse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46320" y="196596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vs Push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663440" y="2350008"/>
            <a:ext cx="73152" cy="73152"/>
          </a:xfrm>
          <a:prstGeom prst="ellipse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0" y="224028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vs Fork + 何時開 branch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127248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29184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143000" y="3200400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管理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43000" y="352958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Managing Changes — Quick Review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663440" y="3310128"/>
            <a:ext cx="73152" cy="73152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46320" y="320040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Staged / Unstaged / Discard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663440" y="3584448"/>
            <a:ext cx="73152" cy="73152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0" y="347472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Stash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4361688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452628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45262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1143000" y="4434840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三種 Working Repo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1143000" y="476402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Working Repo Types — Main Focus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663440" y="4544568"/>
            <a:ext cx="73152" cy="73152"/>
          </a:xfrm>
          <a:prstGeom prst="ellipse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46320" y="443484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A 協作 repo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4663440" y="4818888"/>
            <a:ext cx="73152" cy="73152"/>
          </a:xfrm>
          <a:prstGeom prst="ellipse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46320" y="470916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B 引用 repo（DS + 部門規範）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4663440" y="5093208"/>
            <a:ext cx="73152" cy="73152"/>
          </a:xfrm>
          <a:prstGeom prst="ellipse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46320" y="498348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C 個人 repo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548640" y="5596128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 ·  GIT 名詞速查  —  01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vs Push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16736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the difference?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103120" y="187452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303520" y="187452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231136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3408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做了什麼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61518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103120" y="2340864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在本機建立存檔點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303520" y="2340864"/>
            <a:ext cx="3291840" cy="621792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把存檔點上傳到 GitHub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017520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035808"/>
            <a:ext cx="8229600" cy="749808"/>
          </a:xfrm>
          <a:prstGeom prst="roundRect">
            <a:avLst>
              <a:gd name="adj" fmla="val 12195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309067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誰看得到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31520" y="336499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Visibility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103120" y="3090672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只有你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303520" y="3090672"/>
            <a:ext cx="3291840" cy="621792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團隊所有人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3767328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38404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可以反悔嗎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31520" y="411480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Reversible?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103120" y="3840480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可以，push 之前都在你電腦裡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303520" y="3840480"/>
            <a:ext cx="3291840" cy="621792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後別人可能已經看到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4517136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4535424"/>
            <a:ext cx="8229600" cy="749808"/>
          </a:xfrm>
          <a:prstGeom prst="roundRect">
            <a:avLst>
              <a:gd name="adj" fmla="val 12195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45902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 類比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31520" y="4864608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 analogy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103120" y="4590288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存檔（Cmd+S）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303520" y="4590288"/>
            <a:ext cx="3291840" cy="621792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分享連結給同事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5266944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8640" y="5376672"/>
            <a:ext cx="8229600" cy="365760"/>
          </a:xfrm>
          <a:prstGeom prst="roundRect">
            <a:avLst>
              <a:gd name="adj" fmla="val 25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537667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可以 commit 很多次再一起 push；Push 的時機：收工、換裝置、要給人看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 ·  GIT 名詞速查  —  02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vs Fork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16736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when to use which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920240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846320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194560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2860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在哪裡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920240" y="2286000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同一個 repo 裡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846320" y="2286000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複製到你自己的帳號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2834640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862072"/>
            <a:ext cx="7863840" cy="621792"/>
          </a:xfrm>
          <a:prstGeom prst="roundRect">
            <a:avLst>
              <a:gd name="adj" fmla="val 14706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290779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誰用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920240" y="2907792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有寫入權限的人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46320" y="2907792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外部貢獻者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456432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529584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 類比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920240" y="3529584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 Branch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846320" y="3529584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整個檔到 Draft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078224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8640" y="4169664"/>
            <a:ext cx="8229600" cy="3658"/>
          </a:xfrm>
          <a:prstGeom prst="rect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427939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怎麼判斷？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754880" y="427939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常見情境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460857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你是 repo 成員？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3108960" y="4608576"/>
            <a:ext cx="658368" cy="274320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108960" y="460857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40080" y="49194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改別人的開源專案？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3108960" y="4919472"/>
            <a:ext cx="658368" cy="274320"/>
          </a:xfrm>
          <a:prstGeom prst="roundRect">
            <a:avLst>
              <a:gd name="adj" fmla="val 50000"/>
            </a:avLst>
          </a:prstGeom>
          <a:solidFill>
            <a:srgbClr val="F3E8FF"/>
          </a:solidFill>
          <a:ln w="12700">
            <a:solidFill>
              <a:srgbClr val="F3E8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108960" y="491947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40080" y="52303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拿當模板？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3108960" y="5230368"/>
            <a:ext cx="658368" cy="274320"/>
          </a:xfrm>
          <a:prstGeom prst="roundRect">
            <a:avLst>
              <a:gd name="adj" fmla="val 50000"/>
            </a:avLst>
          </a:prstGeom>
          <a:solidFill>
            <a:srgbClr val="F3E8FF"/>
          </a:solidFill>
          <a:ln w="12700">
            <a:solidFill>
              <a:srgbClr val="F3E8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108960" y="523036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754880" y="460857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改公司 repo 自己負責的頁面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7498080" y="4608576"/>
            <a:ext cx="658368" cy="274320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98080" y="460857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754880" y="491947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幫開源 design system 修 icon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498080" y="4919472"/>
            <a:ext cx="658368" cy="274320"/>
          </a:xfrm>
          <a:prstGeom prst="roundRect">
            <a:avLst>
              <a:gd name="adj" fmla="val 50000"/>
            </a:avLst>
          </a:prstGeom>
          <a:solidFill>
            <a:srgbClr val="F3E8FF"/>
          </a:solidFill>
          <a:ln w="12700">
            <a:solidFill>
              <a:srgbClr val="F3E8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498080" y="491947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754880" y="523036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repo 做實驗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7498080" y="5230368"/>
            <a:ext cx="658368" cy="274320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498080" y="523036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 ·  GIT 名詞速查  —  03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什麼時候開 Branch？怎麼開？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16736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and how to create a branch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8229600" cy="475488"/>
          </a:xfrm>
          <a:prstGeom prst="roundRect">
            <a:avLst>
              <a:gd name="adj" fmla="val 19231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8745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原則：編輯開始前就開，不是 commit 的時候才開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2487168"/>
            <a:ext cx="1371600" cy="420624"/>
          </a:xfrm>
          <a:prstGeom prst="roundRect">
            <a:avLst>
              <a:gd name="adj" fmla="val 21739"/>
            </a:avLst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2487168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 Branch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74520" y="2542032"/>
            <a:ext cx="292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167128" y="2487168"/>
            <a:ext cx="1371600" cy="420624"/>
          </a:xfrm>
          <a:prstGeom prst="roundRect">
            <a:avLst>
              <a:gd name="adj" fmla="val 21739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67128" y="2487168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編輯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538728" y="2542032"/>
            <a:ext cx="292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831336" y="2487168"/>
            <a:ext cx="1371600" cy="420624"/>
          </a:xfrm>
          <a:prstGeom prst="roundRect">
            <a:avLst>
              <a:gd name="adj" fmla="val 21739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831336" y="2487168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202936" y="2542032"/>
            <a:ext cx="292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95544" y="2487168"/>
            <a:ext cx="1371600" cy="420624"/>
          </a:xfrm>
          <a:prstGeom prst="roundRect">
            <a:avLst>
              <a:gd name="adj" fmla="val 21739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95544" y="2487168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867144" y="2542032"/>
            <a:ext cx="292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159752" y="2487168"/>
            <a:ext cx="1371600" cy="420624"/>
          </a:xfrm>
          <a:prstGeom prst="roundRect">
            <a:avLst>
              <a:gd name="adj" fmla="val 21739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59752" y="2487168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 PR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3017520"/>
            <a:ext cx="8229600" cy="365760"/>
          </a:xfrm>
          <a:prstGeom prst="roundRect">
            <a:avLst>
              <a:gd name="adj" fmla="val 25000"/>
            </a:avLst>
          </a:prstGeom>
          <a:solidFill>
            <a:srgbClr val="FEF3C7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3017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忘了開就直接在 main 改了？只要還沒 commit，現在開 branch，改動會自動跟過去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48640" y="3520440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35844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三種開 Branch 的方式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85800" y="3986784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網頁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2240280" y="3986784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切換器 → 輸入新名稱 → Enter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623560" y="3986784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小改動、改文件，不需要本機跑程式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909560" y="4059936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09560" y="405993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可以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8640" y="4443984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48640" y="4462272"/>
            <a:ext cx="8229600" cy="512064"/>
          </a:xfrm>
          <a:prstGeom prst="roundRect">
            <a:avLst>
              <a:gd name="adj" fmla="val 1785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85800" y="4498848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 Agent 說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2240280" y="4498848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「幫我開一條 branch 叫 feat/xxx」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5623560" y="4498848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Claude Code 工作時（最常用）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7909560" y="457200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909560" y="45720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最推薦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48640" y="4956048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" y="5010912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指令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2240280" y="5010912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checkout -b feat/xxx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5623560" y="5010912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自己熟悉指令，想手動控制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7909560" y="5084064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909560" y="508406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進階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48640" y="5468112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 ·  CHANGES 管理  —  01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查看 Changes + Discard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16736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Viewing and reverting your changes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2651760" cy="768096"/>
          </a:xfrm>
          <a:prstGeom prst="roundRect">
            <a:avLst>
              <a:gd name="adj" fmla="val 11905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874520"/>
            <a:ext cx="5486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6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115568" y="193852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15568" y="2231136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已選好要 commit 的改動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83280" y="1874520"/>
            <a:ext cx="2651760" cy="768096"/>
          </a:xfrm>
          <a:prstGeom prst="roundRect">
            <a:avLst>
              <a:gd name="adj" fmla="val 11905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0" y="1874520"/>
            <a:ext cx="5486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950208" y="193852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Unstaged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950208" y="2231136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改了但還沒決定要不要存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17920" y="1874520"/>
            <a:ext cx="2651760" cy="768096"/>
          </a:xfrm>
          <a:prstGeom prst="roundRect">
            <a:avLst>
              <a:gd name="adj" fmla="val 11905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920" y="1874520"/>
            <a:ext cx="5486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A3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784848" y="193852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Untracked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784848" y="2231136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全新檔案，Git 還不認識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2761488"/>
            <a:ext cx="8229600" cy="347472"/>
          </a:xfrm>
          <a:prstGeom prst="roundRect">
            <a:avLst>
              <a:gd name="adj" fmla="val 26316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276148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Claude Code 時通常不用手動管理 — Agent 會自動判斷該 commit 哪些檔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246120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331012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Discard Changes — 還原不想要的改動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85800" y="3694176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放棄單一檔案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2788920" y="3749040"/>
            <a:ext cx="5029200" cy="329184"/>
          </a:xfrm>
          <a:prstGeom prst="roundRect">
            <a:avLst>
              <a:gd name="adj" fmla="val 27778"/>
            </a:avLst>
          </a:prstGeom>
          <a:solidFill>
            <a:srgbClr val="EFF6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88920" y="3749040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「把 Header.tsx 還原到上次 commit 的狀態」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909560" y="3785616"/>
            <a:ext cx="713232" cy="274320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909560" y="378561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48640" y="4151376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4169664"/>
            <a:ext cx="8229600" cy="512064"/>
          </a:xfrm>
          <a:prstGeom prst="roundRect">
            <a:avLst>
              <a:gd name="adj" fmla="val 1785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4206240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放棄所有改動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2788920" y="4261104"/>
            <a:ext cx="5029200" cy="329184"/>
          </a:xfrm>
          <a:prstGeom prst="roundRect">
            <a:avLst>
              <a:gd name="adj" fmla="val 27778"/>
            </a:avLst>
          </a:prstGeom>
          <a:solidFill>
            <a:srgbClr val="EFF6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788920" y="4261104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「放棄所有未 commit 的改動」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7909560" y="4297680"/>
            <a:ext cx="713232" cy="274320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909560" y="429768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慎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48640" y="4663440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4718304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只是想看看上一版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2788920" y="4773168"/>
            <a:ext cx="5029200" cy="329184"/>
          </a:xfrm>
          <a:prstGeom prst="roundRect">
            <a:avLst>
              <a:gd name="adj" fmla="val 27778"/>
            </a:avLst>
          </a:prstGeom>
          <a:solidFill>
            <a:srgbClr val="EFF6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88920" y="47731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「顯示 Header.tsx 上次 commit 的內容」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7909560" y="4809744"/>
            <a:ext cx="713232" cy="274320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909560" y="480974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48640" y="5175504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48640" y="5248656"/>
            <a:ext cx="8229600" cy="365760"/>
          </a:xfrm>
          <a:prstGeom prst="roundRect">
            <a:avLst>
              <a:gd name="adj" fmla="val 25000"/>
            </a:avLst>
          </a:prstGeom>
          <a:solidFill>
            <a:srgbClr val="FEF3C7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48640" y="5248656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Discard 不可逆 — 改動會真的消失。不確定就先 commit 或 stash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 ·  CHANGES 管理  —  02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Stash：暫存但不 commit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16736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work-in-progress without committing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70078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改到一半要切任務？先把改動「收起來」，之後再拿出來繼續。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029968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2203704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要切 branch，但目前改動還沒好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937760" y="2240280"/>
            <a:ext cx="3749040" cy="384048"/>
          </a:xfrm>
          <a:prstGeom prst="roundRect">
            <a:avLst>
              <a:gd name="adj" fmla="val 23810"/>
            </a:avLst>
          </a:prstGeom>
          <a:solidFill>
            <a:srgbClr val="EFF6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37760" y="224028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「先 stash 目前的改動」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770632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07208"/>
            <a:ext cx="8229600" cy="694944"/>
          </a:xfrm>
          <a:prstGeom prst="roundRect">
            <a:avLst>
              <a:gd name="adj" fmla="val 13158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2898648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處理完緊急事，想繼續剛才的工作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937760" y="2935224"/>
            <a:ext cx="3749040" cy="384048"/>
          </a:xfrm>
          <a:prstGeom prst="roundRect">
            <a:avLst>
              <a:gd name="adj" fmla="val 23810"/>
            </a:avLst>
          </a:prstGeom>
          <a:solidFill>
            <a:srgbClr val="EFF6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37760" y="2935224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「把 stash 的東西拿回來」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3465576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3593592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看看 stash 裡有什麼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937760" y="3630168"/>
            <a:ext cx="3749040" cy="384048"/>
          </a:xfrm>
          <a:prstGeom prst="roundRect">
            <a:avLst>
              <a:gd name="adj" fmla="val 23810"/>
            </a:avLst>
          </a:prstGeom>
          <a:solidFill>
            <a:srgbClr val="EFF6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37760" y="363016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「列出目前的 stash」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4160520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4197096"/>
            <a:ext cx="8229600" cy="694944"/>
          </a:xfrm>
          <a:prstGeom prst="roundRect">
            <a:avLst>
              <a:gd name="adj" fmla="val 13158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4288536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stash 的東西不要了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937760" y="4325112"/>
            <a:ext cx="3749040" cy="384048"/>
          </a:xfrm>
          <a:prstGeom prst="roundRect">
            <a:avLst>
              <a:gd name="adj" fmla="val 23810"/>
            </a:avLst>
          </a:prstGeom>
          <a:solidFill>
            <a:srgbClr val="EFF6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37760" y="432511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「清掉 stash」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855464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48640" y="4974336"/>
            <a:ext cx="8229600" cy="658368"/>
          </a:xfrm>
          <a:prstGeom prst="roundRect">
            <a:avLst>
              <a:gd name="adj" fmla="val 13889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502920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Stash vs Discard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31520" y="5358384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31520" y="53583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Stash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737360" y="5340096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改動保留，收起來，隨時拿回來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4846320" y="5358384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46320" y="53583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Discard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852160" y="5340096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改動消失，⚠️ 無法復原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 ·  CHANGES 管理  —  03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Session 怎麼保存？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16736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 code vs. agent context when you pause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700784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重開機或明天繼續時，Code 的狀態跟 Agent 的記憶是兩件事，要分開處理。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029968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176272"/>
            <a:ext cx="3749040" cy="2834640"/>
          </a:xfrm>
          <a:prstGeom prst="roundRect">
            <a:avLst>
              <a:gd name="adj" fmla="val 3226"/>
            </a:avLst>
          </a:prstGeom>
          <a:solidFill>
            <a:srgbClr val="DBEAFE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230428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💾  Code 的狀態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13232" y="259689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負責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13232" y="2816352"/>
            <a:ext cx="338328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2889504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改好了 → commit + push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13232" y="3877056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改到一半不想 commit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git stash（本機）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WIP commit（需跨裝置時）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2176272"/>
            <a:ext cx="3931920" cy="2834640"/>
          </a:xfrm>
          <a:prstGeom prst="roundRect">
            <a:avLst>
              <a:gd name="adj" fmla="val 3226"/>
            </a:avLst>
          </a:prstGeom>
          <a:solidFill>
            <a:srgbClr val="F3E8FF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28032" y="230428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 Agent 的記憶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28032" y="2596896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對話 context — 要主動保存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828032" y="2816352"/>
            <a:ext cx="356616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28032" y="2889504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Session 關掉就消失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下次開啟 agent 是「失憶」的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828032" y="3584448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暫停前：叫 agent 把進度、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下一步寫成一份 handoff note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828032" y="4279392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下次開工：讓 agent 讀那份 note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接回來繼續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5157216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8640" y="5248656"/>
            <a:ext cx="8046720" cy="402336"/>
          </a:xfrm>
          <a:prstGeom prst="roundRect">
            <a:avLst>
              <a:gd name="adj" fmla="val 22727"/>
            </a:avLst>
          </a:prstGeom>
          <a:solidFill>
            <a:srgbClr val="EAF2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5248656"/>
            <a:ext cx="8046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靠 Git 保存　　Agent 記憶靠你叫它「先寫下來」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6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 ·  MAIN FOCUS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三種 Working Repo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D0D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Working Repo Types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31520" y="2880360"/>
            <a:ext cx="914400" cy="3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99923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B8C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A 協作 repo  ·  Type B 引用 repo  ·  Type C 個人 repo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三種 WORKING REPO  —  總覽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你跟這個 repo 的關係是什麼？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16736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your relationship with this repo?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2743200" cy="3493008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96596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9659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15568" y="201168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協作 repo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115568" y="226771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94360" y="2523744"/>
            <a:ext cx="246888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61518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典型例子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285292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產品 repo、team repo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40080" y="327355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我的角色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0080" y="351129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貢獻者（有寫入權限）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40080" y="393192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核心機制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" y="416966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→ PR → Merge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40080" y="459028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改動頻率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0080" y="482803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每天都在改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355848" y="1874520"/>
            <a:ext cx="2743200" cy="3493008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93008" y="196596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3E8FF"/>
          </a:solidFill>
          <a:ln w="12700">
            <a:solidFill>
              <a:srgbClr val="F3E8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93008" y="19659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4014216" y="201168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引用 repo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014216" y="226771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493008" y="2523744"/>
            <a:ext cx="246888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538728" y="261518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典型例子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538728" y="285292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System、部門規範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538728" y="327355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我的角色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538728" y="351129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讀者（很少編輯）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3538728" y="393192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核心機制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538728" y="416966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hooks + local cache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3538728" y="459028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改動頻率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38728" y="482803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跟著版本更新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254496" y="1874520"/>
            <a:ext cx="2743200" cy="3493008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91656" y="196596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91656" y="19659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700" dirty="0"/>
          </a:p>
        </p:txBody>
      </p:sp>
      <p:sp>
        <p:nvSpPr>
          <p:cNvPr id="36" name="Text 34"/>
          <p:cNvSpPr/>
          <p:nvPr/>
        </p:nvSpPr>
        <p:spPr>
          <a:xfrm>
            <a:off x="6912864" y="201168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個人 repo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6912864" y="226771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391656" y="2523744"/>
            <a:ext cx="246888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37376" y="261518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典型例子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437376" y="285292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 project、實驗、dotfiles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437376" y="327355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我的角色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437376" y="351129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擁有者（完全自主）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6437376" y="393192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核心機制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437376" y="416966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+ Push（無 PR）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6437376" y="459028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改動頻率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437376" y="482803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自己決定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A  ·  協作 REPO  —  01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你是貢獻者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16736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have write access — work with your team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8745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核心觀念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94360" y="2340864"/>
            <a:ext cx="73152" cy="73152"/>
          </a:xfrm>
          <a:prstGeom prst="ellipse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249424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branch = 團隊共識版本，不直接改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94360" y="2743200"/>
            <a:ext cx="73152" cy="73152"/>
          </a:xfrm>
          <a:prstGeom prst="ellipse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6384" y="26517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你的工作在 branch 上進行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94360" y="3145536"/>
            <a:ext cx="73152" cy="73152"/>
          </a:xfrm>
          <a:prstGeom prst="ellipse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3054096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改好了 → PR → review → merge 才進 main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94360" y="3547872"/>
            <a:ext cx="73152" cy="73152"/>
          </a:xfrm>
          <a:prstGeom prst="ellipse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86384" y="345643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幫你 commit + push，你決定 PR 時機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45152" y="1874520"/>
            <a:ext cx="3658" cy="347472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46320" y="18745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日常同步流程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846320" y="2249424"/>
            <a:ext cx="3931920" cy="877824"/>
          </a:xfrm>
          <a:prstGeom prst="roundRect">
            <a:avLst>
              <a:gd name="adj" fmla="val 10417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92040" y="2322576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☀️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394960" y="23042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開工前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394960" y="2560320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main，更新到最新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846320" y="3255264"/>
            <a:ext cx="3931920" cy="877824"/>
          </a:xfrm>
          <a:prstGeom prst="roundRect">
            <a:avLst>
              <a:gd name="adj" fmla="val 10417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92040" y="3328416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🌿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5394960" y="33101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工作中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394960" y="3566160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上 commit，視情況把 main merge 進來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846320" y="4261104"/>
            <a:ext cx="3931920" cy="877824"/>
          </a:xfrm>
          <a:prstGeom prst="roundRect">
            <a:avLst>
              <a:gd name="adj" fmla="val 10417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92040" y="4334256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🚀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5394960" y="431596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收工前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394960" y="4572000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branch，視情況開 PR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A  ·  協作 REPO  —  02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該注意什麼 + 怎麼除錯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16736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watch out for + common fixes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874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該注意什麼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194560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322576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FEF3C7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3225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2286000"/>
            <a:ext cx="7680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前先 commit 或 stash — 否則本機改動可能跟遠端衝突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779776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71216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FEF3C7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8712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2834640"/>
            <a:ext cx="7680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確認你在對的 branch — 不要在 main 上直接改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328416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419856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DBEAFE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4198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05840" y="3383280"/>
            <a:ext cx="7680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開了之後若 main 繼續有改動，要 sync（GitHub 的「Update branch」）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3877056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39867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怎麼除錯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4315968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4360" y="4462272"/>
            <a:ext cx="3017520" cy="274320"/>
          </a:xfrm>
          <a:prstGeom prst="roundRect">
            <a:avLst>
              <a:gd name="adj" fmla="val 33333"/>
            </a:avLst>
          </a:prstGeom>
          <a:solidFill>
            <a:srgbClr val="FEE2E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" y="446227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rejected (non-fast-forward)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703320" y="4407408"/>
            <a:ext cx="274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→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023360" y="4407408"/>
            <a:ext cx="4663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 pull，再 push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4809744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4828032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4919472"/>
            <a:ext cx="3017520" cy="274320"/>
          </a:xfrm>
          <a:prstGeom prst="roundRect">
            <a:avLst>
              <a:gd name="adj" fmla="val 33333"/>
            </a:avLst>
          </a:prstGeom>
          <a:solidFill>
            <a:srgbClr val="FEE2E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94360" y="491947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CONFLICT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703320" y="4864608"/>
            <a:ext cx="274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→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023360" y="4864608"/>
            <a:ext cx="4663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手動解，或對 agent 說「幫我解這個 conflict」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48640" y="5266944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5376672"/>
            <a:ext cx="3017520" cy="274320"/>
          </a:xfrm>
          <a:prstGeom prst="roundRect">
            <a:avLst>
              <a:gd name="adj" fmla="val 33333"/>
            </a:avLst>
          </a:prstGeom>
          <a:solidFill>
            <a:srgbClr val="FEE2E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" y="537667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不確定在哪個 branch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3703320" y="5321808"/>
            <a:ext cx="274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→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023360" y="5321808"/>
            <a:ext cx="4663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問 agent「我現在在哪個 branch？」或看 VS Code 左下角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48640" y="5724144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B  ·  引用 REPO  —  01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你是「讀者」，不是「貢獻者」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16736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consume this repo — rarely edit it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8229600" cy="420624"/>
          </a:xfrm>
          <a:prstGeom prst="roundRect">
            <a:avLst>
              <a:gd name="adj" fmla="val 21739"/>
            </a:avLst>
          </a:prstGeom>
          <a:solidFill>
            <a:srgbClr val="F3E8FF"/>
          </a:solidFill>
          <a:ln w="12700">
            <a:solidFill>
              <a:srgbClr val="F3E8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87452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這個 repo 存在的目的：讓你的 Agent 知道規範是什麼，才能幫你設計出符合標準的東西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395728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45059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B 包含兩種內容，處理方式相同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2816352"/>
            <a:ext cx="4069080" cy="228600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7512" y="2889504"/>
            <a:ext cx="3739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🎨  Design System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67512" y="3273552"/>
            <a:ext cx="3739896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3493008"/>
            <a:ext cx="73152" cy="73152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383280"/>
            <a:ext cx="3538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設計 token（色票名稱、spacing、字型規格）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04088" y="3950208"/>
            <a:ext cx="73152" cy="73152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3840480"/>
            <a:ext cx="3538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元件使用規則（什麼時候用哪個 variant）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04088" y="4407408"/>
            <a:ext cx="73152" cy="73152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4297680"/>
            <a:ext cx="3538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Do's &amp; Don'ts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818888" y="2816352"/>
            <a:ext cx="4069080" cy="228600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83480" y="2889504"/>
            <a:ext cx="3739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 部門規範 / Conventions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983480" y="3273552"/>
            <a:ext cx="3739896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20056" y="3493008"/>
            <a:ext cx="73152" cy="73152"/>
          </a:xfrm>
          <a:prstGeom prst="ellipse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184648" y="3383280"/>
            <a:ext cx="3538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conventions、決策記錄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020056" y="3950208"/>
            <a:ext cx="73152" cy="73152"/>
          </a:xfrm>
          <a:prstGeom prst="ellipse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84648" y="3840480"/>
            <a:ext cx="3538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Template、toolkit 文件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020056" y="4407408"/>
            <a:ext cx="73152" cy="73152"/>
          </a:xfrm>
          <a:prstGeom prst="ellipse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84648" y="4297680"/>
            <a:ext cx="3538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voice、用字規範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48640" y="5212080"/>
            <a:ext cx="8229600" cy="420624"/>
          </a:xfrm>
          <a:prstGeom prst="roundRect">
            <a:avLst>
              <a:gd name="adj" fmla="val 21739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521208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讀這些內容 → 才能在幫你寫 code 或生成設計時，自動遵守你的 DS 規範與部門標準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B  ·  引用 REPO  —  02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怎麼拿到這些內容？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16736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your agent access the reference repo?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2468880"/>
            <a:ext cx="2286000" cy="914400"/>
          </a:xfrm>
          <a:prstGeom prst="roundRect">
            <a:avLst>
              <a:gd name="adj" fmla="val 10000"/>
            </a:avLst>
          </a:prstGeom>
          <a:solidFill>
            <a:srgbClr val="F3E8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52374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980944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Remote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651760" y="2852928"/>
            <a:ext cx="457200" cy="36576"/>
          </a:xfrm>
          <a:prstGeom prst="rect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17520" y="2468880"/>
            <a:ext cx="2286000" cy="91440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17520" y="252374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&amp;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cron-job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017520" y="2980944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hooks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自動定期執行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303520" y="2852928"/>
            <a:ext cx="457200" cy="36576"/>
          </a:xfrm>
          <a:prstGeom prst="rect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14600" y="27249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A66FF"/>
                </a:solidFill>
              </a:rPr>
              <a:t>→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57800" y="27249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A66FF"/>
                </a:solidFill>
              </a:rPr>
              <a:t>→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577840" y="2468880"/>
            <a:ext cx="2286000" cy="914400"/>
          </a:xfrm>
          <a:prstGeom prst="roundRect">
            <a:avLst>
              <a:gd name="adj" fmla="val 10000"/>
            </a:avLst>
          </a:prstGeom>
          <a:solidFill>
            <a:srgbClr val="DCFCE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577840" y="252374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Cache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577840" y="2980944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TTL: weekly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本機快取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92240" y="34015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</a:rPr>
              <a:t>↓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303520" y="3730752"/>
            <a:ext cx="2651760" cy="512064"/>
          </a:xfrm>
          <a:prstGeom prst="roundRect">
            <a:avLst>
              <a:gd name="adj" fmla="val 17857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03520" y="3730752"/>
            <a:ext cx="2651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讀取 → 套用規範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4370832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448056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自動執行 — 平常你不需要做任何事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48640" y="486460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  TTL weekly — DS 改動慢，週更一次夠用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48640" y="5248656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 設定一次（通常由 department 統一配置），之後 hooks 自動維護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B  ·  引用 REPO  —  03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你需要做什麼？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16736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responsibilities with a reference repo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2157984"/>
            <a:ext cx="804672" cy="274320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2157984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508760" y="197510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平常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508760" y="228600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operation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840480" y="1975104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什麼都不用做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840480" y="2304288"/>
            <a:ext cx="4754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 自動幫你維持 local cache 最新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2980944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2999232"/>
            <a:ext cx="8229600" cy="1078992"/>
          </a:xfrm>
          <a:prstGeom prst="roundRect">
            <a:avLst>
              <a:gd name="adj" fmla="val 8475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94360" y="3236976"/>
            <a:ext cx="804672" cy="274320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323697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偶爾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508760" y="305409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發現規範過時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508760" y="3364992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looks stale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840480" y="3054096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手動觸發一次 fetch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840480" y="3383280"/>
            <a:ext cx="4754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 cron-job 有在跑，或手動 pull Department repo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4059936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4360" y="4315968"/>
            <a:ext cx="804672" cy="274320"/>
          </a:xfrm>
          <a:prstGeom prst="roundRect">
            <a:avLst>
              <a:gd name="adj" fmla="val 50000"/>
            </a:avLst>
          </a:prstGeom>
          <a:solidFill>
            <a:srgbClr val="F3E8FF"/>
          </a:solidFill>
          <a:ln w="12700">
            <a:solidFill>
              <a:srgbClr val="F3E8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" y="4315968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少見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508760" y="413308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要回饋修正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508760" y="4443984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to fix or update the convention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840480" y="4133088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切換成 Type A 流程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840480" y="4462272"/>
            <a:ext cx="4754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到 Department repo 開 branch → 改 → PR，不要改 local cache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48640" y="5138928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5212080"/>
            <a:ext cx="8229600" cy="420624"/>
          </a:xfrm>
          <a:prstGeom prst="roundRect">
            <a:avLst>
              <a:gd name="adj" fmla="val 21739"/>
            </a:avLst>
          </a:prstGeom>
          <a:solidFill>
            <a:srgbClr val="FEE2E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521208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🚫  不要直接改 local cache 裡的內容 — 下次 fetch 會被覆蓋，改了等於沒改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C  ·  個人 REPO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完全自主 — 規則自己定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16736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repo, your rules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8745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設置 &amp; 日常流程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194560"/>
            <a:ext cx="393192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304288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3042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78992" y="2304288"/>
            <a:ext cx="3401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 GitHub repo + .gitignore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78992" y="2578608"/>
            <a:ext cx="3401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.env / node_modules / .DS_Store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3218688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2186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78992" y="3218688"/>
            <a:ext cx="3401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+ Push（沒有 PR 壓力）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78992" y="3493008"/>
            <a:ext cx="3401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建議：每次工作結束 push 一次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48640" y="4133088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133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78992" y="4133088"/>
            <a:ext cx="3401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跨裝置：git pull 拿最新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78992" y="4407408"/>
            <a:ext cx="3401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換電腦後先 pull，再開始工作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645152" y="1874520"/>
            <a:ext cx="3658" cy="32918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46320" y="18745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該注意什麼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846320" y="2194560"/>
            <a:ext cx="393192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846320" y="2304288"/>
            <a:ext cx="3931920" cy="749808"/>
          </a:xfrm>
          <a:prstGeom prst="roundRect">
            <a:avLst>
              <a:gd name="adj" fmla="val 12195"/>
            </a:avLst>
          </a:prstGeom>
          <a:solidFill>
            <a:srgbClr val="FEE2E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37760" y="2359152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🔐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5449824" y="2359152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不要 commit .env（API key、密碼）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846320" y="3182112"/>
            <a:ext cx="3931920" cy="749808"/>
          </a:xfrm>
          <a:prstGeom prst="roundRect">
            <a:avLst>
              <a:gd name="adj" fmla="val 12195"/>
            </a:avLst>
          </a:prstGeom>
          <a:solidFill>
            <a:srgbClr val="FEE2E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37760" y="3236976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👁️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5449824" y="3236976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repo 特別小心，不要放任何內部資料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846320" y="4059936"/>
            <a:ext cx="3931920" cy="749808"/>
          </a:xfrm>
          <a:prstGeom prst="roundRect">
            <a:avLst>
              <a:gd name="adj" fmla="val 12195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37760" y="41148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📝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5449824" y="411480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message 要讓三個月後的自己看得懂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48640" y="5212080"/>
            <a:ext cx="8229600" cy="420624"/>
          </a:xfrm>
          <a:prstGeom prst="roundRect">
            <a:avLst>
              <a:gd name="adj" fmla="val 21739"/>
            </a:avLst>
          </a:prstGeom>
          <a:solidFill>
            <a:srgbClr val="FEF3C7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521208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發現 .env 已經 commit 了？→ 對 agent 說「幫我把 .env 從 git 記錄裡移除」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三種 WORKING REPO  —  決策指南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遇到一個 repo，你應該用哪種方式對待它？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16736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type applies to this repo?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975104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這個 repo 我需要改東西、跟人協作？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232257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I need to edit and collaborate?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669280" y="2084832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</a:rPr>
              <a:t>→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035040" y="2020824"/>
            <a:ext cx="2743200" cy="822960"/>
          </a:xfrm>
          <a:prstGeom prst="roundRect">
            <a:avLst>
              <a:gd name="adj" fmla="val 11111"/>
            </a:avLst>
          </a:prstGeom>
          <a:solidFill>
            <a:srgbClr val="DBEAFE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126480" y="2066544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A  協作 repo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126480" y="2414016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→ PR → Merge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999232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017520"/>
            <a:ext cx="8229600" cy="1097280"/>
          </a:xfrm>
          <a:prstGeom prst="roundRect">
            <a:avLst>
              <a:gd name="adj" fmla="val 833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072384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這個 repo 我只是要讀它的規範或文件？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0080" y="341985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I just need to read it for reference?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669280" y="3182112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035040" y="3118104"/>
            <a:ext cx="2743200" cy="822960"/>
          </a:xfrm>
          <a:prstGeom prst="roundRect">
            <a:avLst>
              <a:gd name="adj" fmla="val 11111"/>
            </a:avLst>
          </a:prstGeom>
          <a:solidFill>
            <a:srgbClr val="F3E8FF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0" y="3163824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B  引用 repo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126480" y="3511296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hooks + local cache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4096512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169664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這個 repo 完全是我自己的、沒有協作壓力？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40080" y="451713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this purely mine — no team, no review?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669280" y="4279392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</a:rPr>
              <a:t>→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035040" y="4215384"/>
            <a:ext cx="2743200" cy="822960"/>
          </a:xfrm>
          <a:prstGeom prst="roundRect">
            <a:avLst>
              <a:gd name="adj" fmla="val 1111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126480" y="4261104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C  個人 repo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126480" y="4608576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+ Push，自己決定節奏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48640" y="5193792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5230368"/>
            <a:ext cx="8229600" cy="402336"/>
          </a:xfrm>
          <a:prstGeom prst="roundRect">
            <a:avLst>
              <a:gd name="adj" fmla="val 22727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5230368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同一個 repo 可能兩種都有 — 平常你是 Type B 讀者，偶爾有 feedback 時暫時切換成 Type A 貢獻者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本週三件事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16736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things to remember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847088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12140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1214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280160" y="2011680"/>
            <a:ext cx="7406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= 存檔；Push = 分享。Branch 在任務開始前開。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280160" y="2432304"/>
            <a:ext cx="7406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saves locally. Push shares. Always branch before you start editing.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3035808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321868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2186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280160" y="3108960"/>
            <a:ext cx="7406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三種 Repo，三種對待方式 — 你的角色決定你怎麼做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280160" y="3529584"/>
            <a:ext cx="7406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Collaboration = branch+PR  /  Reference = agent reads  /  Personal = just push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4133088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31596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43159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280160" y="4206240"/>
            <a:ext cx="7406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B 的 DS 與部門規範，靠 Agent hooks 自動同步 — 你不需要手動管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280160" y="4626864"/>
            <a:ext cx="7406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repos are auto-synced via hooks. You only act when cache looks stale.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5230368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AF2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298448"/>
            <a:ext cx="7772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AI 操作 Git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2048256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AI for Git Operations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596896"/>
            <a:ext cx="548640" cy="36576"/>
          </a:xfrm>
          <a:prstGeom prst="rect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" y="2898648"/>
            <a:ext cx="73152" cy="73152"/>
          </a:xfrm>
          <a:prstGeom prst="ellipse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779776"/>
            <a:ext cx="7589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操作示範 — 把中文指令變成正確的 git 動作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8096" y="3392424"/>
            <a:ext cx="73152" cy="73152"/>
          </a:xfrm>
          <a:prstGeom prst="ellipse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3273552"/>
            <a:ext cx="7589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什麼時候信任 Agent？什麼時候要自己確認？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68096" y="3886200"/>
            <a:ext cx="73152" cy="73152"/>
          </a:xfrm>
          <a:prstGeom prst="ellipse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3767328"/>
            <a:ext cx="7589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避免 push 錯路徑的防呆技巧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0" y="5303520"/>
            <a:ext cx="9144000" cy="411480"/>
          </a:xfrm>
          <a:prstGeom prst="rect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0" y="530352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for UI Designers  ·  Week 3 / 6  ·  Karen Shen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 常見名詞解惑 — Week 3</dc:title>
  <dc:subject>PptxGenJS Presentation</dc:subject>
  <dc:creator>Karen Shen</dc:creator>
  <cp:lastModifiedBy>Karen Shen</cp:lastModifiedBy>
  <cp:revision>1</cp:revision>
  <dcterms:created xsi:type="dcterms:W3CDTF">2026-05-18T06:28:02Z</dcterms:created>
  <dcterms:modified xsi:type="dcterms:W3CDTF">2026-05-18T06:28:02Z</dcterms:modified>
</cp:coreProperties>
</file>