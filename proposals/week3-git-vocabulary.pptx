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01168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01168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/ 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242316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常見名詞解惑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Vocabulary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3886200"/>
            <a:ext cx="548640" cy="36576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for UI Designers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這週會講什麼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today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075688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756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19659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容易搞混的名詞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" y="231343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Confusing Terms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170432" y="2697480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262432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vs Push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170432" y="2971800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89864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vs Fork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170432" y="3246120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1600" y="31729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怎麼判斷用哪個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584448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584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47472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管理你的 Changes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43000" y="382219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Changes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170432" y="4206240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71600" y="413308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vs Unstaged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170432" y="4480560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1600" y="440740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 — 還原不想要的改動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170432" y="4754880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0" y="468172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Stash — 暫存但不 commit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919472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6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容易搞混的名詞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D0D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Confusing Terms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3017520"/>
            <a:ext cx="91440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1546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B8C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vs Push　·　Branch vs Fork　·　決策指南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CONFUSING TERMS —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vs Push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difference?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103120" y="18288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303520" y="18288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28600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做了什麼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57860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03120" y="2286000"/>
            <a:ext cx="3017520" cy="612648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在本機建立一個存檔點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303520" y="2286000"/>
            <a:ext cx="3291840" cy="612648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把存檔點上傳到 GitHub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94436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980944"/>
            <a:ext cx="8229600" cy="749808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03580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誰看得到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328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03120" y="3035808"/>
            <a:ext cx="3017520" cy="612648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只有你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03520" y="3035808"/>
            <a:ext cx="3291840" cy="612648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團隊所有人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694176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78561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可以反悔嗎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07822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Reversible?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03120" y="3785616"/>
            <a:ext cx="3017520" cy="612648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可以，還沒 push 之前都在你電腦裡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03520" y="3785616"/>
            <a:ext cx="3291840" cy="612648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之後別人可能已經看到了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443984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480560"/>
            <a:ext cx="8229600" cy="749808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53542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類比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482803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analogy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103120" y="4535424"/>
            <a:ext cx="3017520" cy="612648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存檔（Cmd+S）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03520" y="4535424"/>
            <a:ext cx="3291840" cy="612648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分享連結給同事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193792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CONFUSING TERMS —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兩個動作，兩個時機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actions, two moments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2377440" cy="1280160"/>
          </a:xfrm>
          <a:prstGeom prst="roundRect">
            <a:avLst>
              <a:gd name="adj" fmla="val 8571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本機改動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changes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17520" y="2194560"/>
            <a:ext cx="2377440" cy="1280160"/>
          </a:xfrm>
          <a:prstGeom prst="roundRect">
            <a:avLst>
              <a:gd name="adj" fmla="val 8571"/>
            </a:avLst>
          </a:prstGeom>
          <a:solidFill>
            <a:srgbClr val="DBEA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017520" y="27889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存檔點建立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77840" y="2194560"/>
            <a:ext cx="2377440" cy="1280160"/>
          </a:xfrm>
          <a:prstGeom prst="roundRect">
            <a:avLst>
              <a:gd name="adj" fmla="val 8571"/>
            </a:avLst>
          </a:prstGeom>
          <a:solidFill>
            <a:srgbClr val="F3E8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7784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577840" y="27889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遠端，團隊可見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88920" y="2798064"/>
            <a:ext cx="320040" cy="36576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0048" y="352044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 / Claude Code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349240" y="2798064"/>
            <a:ext cx="320040" cy="3657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30368" y="352044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/ Claude Code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114800"/>
            <a:ext cx="8046720" cy="475488"/>
          </a:xfrm>
          <a:prstGeom prst="roundRect">
            <a:avLst>
              <a:gd name="adj" fmla="val 19231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14800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可以 commit 很多次，累積好再一口氣 push — 不是每次 commit 都要立刻 push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CONFUSING TERMS — 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vs Fork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work without breaking the original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103120" y="18288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303520" y="18288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28600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在哪裡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57860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03120" y="2286000"/>
            <a:ext cx="3017520" cy="612648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 repo 裡面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303520" y="2286000"/>
            <a:ext cx="3291840" cy="612648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複製一整個 repo 到你的帳號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94436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980944"/>
            <a:ext cx="8229600" cy="749808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03580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誰用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328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03120" y="3035808"/>
            <a:ext cx="3017520" cy="612648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團隊成員（有寫入權限）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03520" y="3035808"/>
            <a:ext cx="3291840" cy="612648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外部貢獻者（沒有直接寫入權限）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694176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78561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類比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07822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analogy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03120" y="3785616"/>
            <a:ext cx="3017520" cy="612648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Branch（同一個檔案分支）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03520" y="3785616"/>
            <a:ext cx="3291840" cy="612648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整個 Figma 到自己的 Draft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443984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480560"/>
            <a:ext cx="8229600" cy="749808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53542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什麼時候用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482803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103120" y="4535424"/>
            <a:ext cx="3017520" cy="612648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日常開發，每個任務開一條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03520" y="4535424"/>
            <a:ext cx="3291840" cy="612648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貢獻別人的開源專案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193792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CONFUSING TERMS — 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怎麼判斷該用哪個？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or Fork — a decision guide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10312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99339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你是這個 repo 的成員嗎？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97280" y="23225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you a member of this repo?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09360" y="208483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08483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用 Branch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0936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write access — branch directly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20040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309067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你想改別人的開源專案？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97280" y="341985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to contribute to someone else's open-source project?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3182112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3182112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用 Fork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09360" y="35661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→ PR back to the original repo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11480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29768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297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97280" y="41879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你想拿別人的專案當模板？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97280" y="451713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to use someone's project as a starting point?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9360" y="4279392"/>
            <a:ext cx="3602736" cy="347472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4279392"/>
            <a:ext cx="3602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Fork 或 Use this template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09360" y="46634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copy, your repo — no connection to the original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CONFUSING TERMS — 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設計師最常碰到的情境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scenarios for UI designers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93392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在公司 team repo 裡改自己負責的頁面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30428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your own pages in the company repo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0" y="2121408"/>
            <a:ext cx="987552" cy="329184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0" y="2121408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74320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761488"/>
            <a:ext cx="8229600" cy="82296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816352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想幫開源 design system 修一個 icon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312724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Contributing a fix to an open-source design system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0" y="2944368"/>
            <a:ext cx="1344168" cy="329184"/>
          </a:xfrm>
          <a:prstGeom prst="roundRect">
            <a:avLst>
              <a:gd name="adj" fmla="val 50000"/>
            </a:avLst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0" y="2944368"/>
            <a:ext cx="134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→ PR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639312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想拿同事的 side project 當起點自己做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395020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colleague's project as a template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58000" y="376732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0" y="376732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407408"/>
            <a:ext cx="8229600" cy="82296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462272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在自己的 personal repo 做實驗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4773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Experimenting in your own personal repo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0" y="4590288"/>
            <a:ext cx="2176272" cy="329184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0" y="459028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Branch（或直接 main）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521208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6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管理你的 Changes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D0D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Changes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3017520"/>
            <a:ext cx="91440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1546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B8C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 Changes　·　Staged / Unstaged　·　Discard　·　Stash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CHANGES —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查看目前的 Changes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Source Control panel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474720" cy="2468880"/>
          </a:xfrm>
          <a:prstGeom prst="roundRect">
            <a:avLst>
              <a:gd name="adj" fmla="val 3704"/>
            </a:avLst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CONTROL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2395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Staged Changes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26883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CC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Header.tsx  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980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▾ Changes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32735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CC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Footer.tsx  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86968" y="35661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CC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config.json  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8587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▾ Untracked Files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415137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3C9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NewBanner.tsx  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80560" y="192024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三種狀態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224028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states of your changed files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2542032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80560" y="2724912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2724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6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37760" y="265176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37760" y="29626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已選好要 commit 的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328416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0560" y="347472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3474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34015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Unstaged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1246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改了但還沒決定要不要存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078224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80560" y="422452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0" y="42245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37760" y="415137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Untracked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937760" y="446227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全新檔案，Git 還不認識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828032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CHANGES —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vs Unstaged：我該在意嗎？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 need to care about staging?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019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Claude Code 時，通常不用手動管理 — Agent 會自動判斷哪些檔案該 commit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487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但如果你想要更細的控制，可以這樣說：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798064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90779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 commit 部分檔案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20040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only some files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2962656"/>
            <a:ext cx="4389120" cy="475488"/>
          </a:xfrm>
          <a:prstGeom prst="roundRect">
            <a:avLst>
              <a:gd name="adj" fmla="val 23077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296265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「只 commit Header.tsx，其他先不要」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675888"/>
            <a:ext cx="8229600" cy="82296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73075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看目前哪些會被 commit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402336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what's currently staged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389120" y="3785616"/>
            <a:ext cx="4389120" cy="475488"/>
          </a:xfrm>
          <a:prstGeom prst="roundRect">
            <a:avLst>
              <a:gd name="adj" fmla="val 23077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78561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「目前 staged 了哪些檔案？」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48056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55371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把某個檔案從 staged 移除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484632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 file from staging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89120" y="4608576"/>
            <a:ext cx="4389120" cy="475488"/>
          </a:xfrm>
          <a:prstGeom prst="roundRect">
            <a:avLst>
              <a:gd name="adj" fmla="val 23077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0" y="460857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「把 config.json unstage，我還要再改」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30352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CHANGES — 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 Changes：還原不想要的改動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Reverting unwanted changes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4708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放棄單一檔案的改動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2768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 one file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2514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 Claude Code 說：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11880" y="2020824"/>
            <a:ext cx="5029200" cy="384048"/>
          </a:xfrm>
          <a:prstGeom prst="roundRect">
            <a:avLst>
              <a:gd name="adj" fmla="val 2381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02082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「把 Header.tsx 還原到上次 commit 的狀態」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611880" y="24780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這個檔案的改動消失，回到乾淨狀態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85292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871216"/>
            <a:ext cx="8229600" cy="96012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26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放棄所有改動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31520" y="323697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 everything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 Claude Code 說：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11880" y="2980944"/>
            <a:ext cx="5029200" cy="384048"/>
          </a:xfrm>
          <a:prstGeom prst="roundRect">
            <a:avLst>
              <a:gd name="adj" fmla="val 2381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11880" y="298094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「放棄所有未 commit 的改動」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611880" y="343814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所有改動消失，謹慎使用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81304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8862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只是想看看上一版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31520" y="41970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preview the previous version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31520" y="44348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 Claude Code 說：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11880" y="3941064"/>
            <a:ext cx="5029200" cy="384048"/>
          </a:xfrm>
          <a:prstGeom prst="roundRect">
            <a:avLst>
              <a:gd name="adj" fmla="val 2381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394106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「顯示 Header.tsx 上次 commit 的內容」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611880" y="439826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不會改動檔案，只讓你看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77316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8463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Discard 是不可逆的 — 改動會真的消失。不確定時，先 commit 或 stash 再說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CHANGES — 03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Stash：暫存但不 commit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your work-in-progress without committing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改到一半要切任務？先把改動「收起來」，之後再拿出來繼續。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要切 branch，但目前改動還沒好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459736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to switch branch but work isn't done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303520" y="2240280"/>
            <a:ext cx="3383280" cy="365760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0" y="22402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「先 stash 目前的改動」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80720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834640"/>
            <a:ext cx="8229600" cy="73152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88036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處理完緊急事，想繼續剛才的工作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31520" y="3191256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from the detour — resume where you left off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303520" y="2971800"/>
            <a:ext cx="3383280" cy="365760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0" y="2971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「把 stash 的東西拿回來」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53872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61188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看看 stash 裡有什麼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31520" y="3922776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what's been stashed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303520" y="3703320"/>
            <a:ext cx="3383280" cy="365760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03520" y="3703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「列出目前的 stash」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27024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297680"/>
            <a:ext cx="8229600" cy="73152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34340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Stash 的東西不要了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31520" y="4654296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with the stashed changes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303520" y="4434840"/>
            <a:ext cx="3383280" cy="365760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0" y="4434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「清掉 stash」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00176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CHANGES — 03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Stash vs Commit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which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103120" y="18288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303520" y="18288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28600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57860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03120" y="2286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暫存，之後繼續改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303520" y="22860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存檔點，代表「這個狀態是 OK 的」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145536"/>
            <a:ext cx="8229600" cy="9144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20040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可見性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49300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03120" y="32004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只有你，不會出現在 git log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03520" y="32004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會出現在 git log，有紀錄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11480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適合情境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40740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03120" y="4114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改到一半要切換任務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03520" y="41148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改好了，想留下正式紀錄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93776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937760"/>
            <a:ext cx="8229600" cy="402336"/>
          </a:xfrm>
          <a:prstGeom prst="roundRect">
            <a:avLst>
              <a:gd name="adj" fmla="val 2272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9377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不確定要不要 commit？先 stash — 不影響 git log，保留彈性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CHANGES — 03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什麼時候用 Stash？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should you reach for stash?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4708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579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2029968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改到一半，需要緊急切 branch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2414016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Mid-task and need to switch branch immediately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99232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186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🔀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371600" y="309067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想試試看另一個做法，但當前的改動還想保留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47472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an alternative approach — want to keep current work safe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059936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279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⬇️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371600" y="4151376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同事說「你先 pull 一下最新的」，但你有未 commit 的改動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4535424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to pull latest, but have local changes that aren't ready to commit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512064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5120640"/>
            <a:ext cx="8229600" cy="365760"/>
          </a:xfrm>
          <a:prstGeom prst="roundRect">
            <a:avLst>
              <a:gd name="adj" fmla="val 2000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🧯  無論如何：不確定就先 stash，比 discard 安全，也比亂 commit 乾淨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本週三件事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16736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remember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47088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157984"/>
            <a:ext cx="530352" cy="530352"/>
          </a:xfrm>
          <a:prstGeom prst="roundRect">
            <a:avLst>
              <a:gd name="adj" fmla="val 20690"/>
            </a:avLst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15798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80160" y="2048256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= 存檔　Push = 分享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80160" y="2432304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saves locally. Push shares with the team. You control the timing.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236976"/>
            <a:ext cx="530352" cy="530352"/>
          </a:xfrm>
          <a:prstGeom prst="roundRect">
            <a:avLst>
              <a:gd name="adj" fmla="val 20690"/>
            </a:avLst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369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80160" y="3127248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給有權限的人，Fork 給外部貢獻者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80160" y="3511296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= inside the repo. Fork = copy to your own account.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096512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315968"/>
            <a:ext cx="530352" cy="530352"/>
          </a:xfrm>
          <a:prstGeom prst="roundRect">
            <a:avLst>
              <a:gd name="adj" fmla="val 20690"/>
            </a:avLst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3159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80160" y="420624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不確定要不要存？先 Stash，比 Discard 安全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4590288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Stash keeps changes; Discard loses them. When in doubt, stash.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175504"/>
            <a:ext cx="8229600" cy="365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6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AI 操作 Git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AI for Git Operations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548640" cy="36576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926080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816352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操作示範 — 把中文說的動作變成 git 指令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8096" y="3429000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319272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什麼時候信任 AI？什麼時候要自己確認？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8096" y="3931920"/>
            <a:ext cx="73152" cy="73152"/>
          </a:xfrm>
          <a:prstGeom prst="ellipse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822192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 push 錯路徑的防呆技巧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0" y="5303520"/>
            <a:ext cx="9144000" cy="411480"/>
          </a:xfrm>
          <a:prstGeom prst="rect">
            <a:avLst/>
          </a:prstGeom>
          <a:solidFill>
            <a:srgbClr val="1A66FF"/>
          </a:solidFill>
          <a:ln w="12700">
            <a:solidFill>
              <a:srgbClr val="1A6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0" y="53035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for UI Designers  ·  Week 3 / 6  ·  Karen Shen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常見名詞解惑 — Week 3</dc:title>
  <dc:subject>PptxGenJS Presentation</dc:subject>
  <dc:creator>Karen Shen</dc:creator>
  <cp:lastModifiedBy>Karen Shen</cp:lastModifiedBy>
  <cp:revision>1</cp:revision>
  <dcterms:created xsi:type="dcterms:W3CDTF">2026-05-18T04:18:04Z</dcterms:created>
  <dcterms:modified xsi:type="dcterms:W3CDTF">2026-05-18T04:18:04Z</dcterms:modified>
</cp:coreProperties>
</file>