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194560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9456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/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2606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的基本架構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4023360"/>
            <a:ext cx="548640" cy="36576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for UI Designers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這週會講什麼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today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057400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574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25880" y="19842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vs GitHub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22768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thing people confuse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0" y="19842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最常搞混的第一題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0" y="22768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 the web version of 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569464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734056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734056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25880" y="266090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GitHub Clone 到電腦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25880" y="295351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Cloning a repo onto your machine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0" y="266090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新人上路的第一步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0" y="29535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— the first step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10712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4107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25880" y="3337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三個空間 + 本機 vs 遠端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25880" y="36301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zones + Local vs Remote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0" y="33375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程式碼的旅程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0" y="363016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 of your code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922776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087368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087368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25880" y="40142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同一份檔案的三種狀態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325880" y="430682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states of one file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486400" y="40142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為什麼同事看不到我的改動？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0" y="430682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colleagues don't see your edits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4599432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764024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764024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325880" y="469087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— 平行世界的工作空間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325880" y="498348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— parallel workspaces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0" y="4690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最強大的功能之一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86400" y="49834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Git's most powerful features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48640" y="5276088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還是 GitHub？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 the web version of Git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286000" y="1874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0" y="1874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423160"/>
            <a:ext cx="8229600" cy="8686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68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是什麼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7432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24688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軟體 / 指令（CLI）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27432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/ CLI tool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0" y="24688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網站 / 服務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0" y="27432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/ service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3383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在哪裡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36576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0" y="3383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你的電腦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36576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computer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0" y="3383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github.com（瀏覽器）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0" y="36576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 (browser)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251960"/>
            <a:ext cx="8229600" cy="8686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297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怎麼用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5720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6000" y="4297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打指令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286000" y="45720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commands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0" y="4297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點按鈕、看頁面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0" y="45720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Click, view pages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349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工程師可以完全在 CLI 上操作 Git，GitHub 只是視覺化查看的地方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553212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can operate Git entirely from the CLI — GitHub is just the visual view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重點頁面導覽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pages on a repo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區域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2140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651760" y="18745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在哪裡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651760" y="21214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77840" y="18745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用途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577840" y="212140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468880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60604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按鈕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28072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button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51760" y="26060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主頁右上方，綠色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51760" y="28072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Top-right, green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577840" y="26060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取得 Clone 網址、下載 zip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577840" y="280720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clone URL, download zip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8229600" cy="4572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06324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2644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651760" y="30632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主頁 → X commits 連結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32644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page X commits link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577840" y="3063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查看所有版本歷史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577840" y="326440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full version history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31520" y="352044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37216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分支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651760" y="35204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左上角 main ▾ 下拉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51760" y="3721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Top-left main ▾ dropdown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577840" y="35204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切換、查看所有 branch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577840" y="372160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and view branches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397764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4178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651760" y="39776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上方導覽列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651760" y="41788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nav bar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577840" y="39776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查看待 review 的改動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577840" y="417880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pending changes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31520" y="443484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31520" y="46360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651760" y="44348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上方導覽列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651760" y="46360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nav bar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577840" y="44348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 / 問題追蹤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577840" y="463600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/ issue tracking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8640" y="4846320"/>
            <a:ext cx="8229600" cy="4572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489204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31520" y="50932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2651760" y="48920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上方導覽列（需權限）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2651760" y="50932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nav (if permitted)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577840" y="48920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管理成員、保護規則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577840" y="509320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members &amp; rules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48640" y="54406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設計師最重要的兩個：Code（取得連結）與 Pull Requests（請人 review）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新人上路：把專案 Clone 到電腦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— cloning a project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你只需要準備兩件事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things to prepare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384048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432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691640" y="278892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的 Clone 網址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91640" y="310896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clone URL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703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GitHub 主頁右上角的綠色 Code 按鈕取得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green Code button at the top-right of the repo page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4754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工程師會提供 repo 連結  ·  Engineer provides 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0" y="2606040"/>
            <a:ext cx="384048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27432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5897880" y="278892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本機資料夾的位置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897880" y="310896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on your machine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3703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你自己決定要放在哪個資料夾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 which local folder to use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0" y="4754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 ~/work/ 底下分層管理  ·  Recommended: ~/work/ tree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5349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準備好 → 告訴 Claude Code → Agent 完成剩下的步驟  ·  Ready → tell Claude Code → agent handles the rest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GitHub 取得 Clone 網址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clicks to copy the HTTPS link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65760" cy="36576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43000" y="19933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找到右上方的綠色 Code 按鈕，點擊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43000" y="22860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green Code button at the top-right, click it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143000" y="2697480"/>
            <a:ext cx="1280160" cy="411480"/>
          </a:xfrm>
          <a:prstGeom prst="roundRect">
            <a:avLst>
              <a:gd name="adj" fmla="val 11111"/>
            </a:avLst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26974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&gt; Code  ▾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520440"/>
            <a:ext cx="365760" cy="36576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" y="35021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 HTTPS 標籤，點右邊的複製圖示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3000" y="379476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HTTPS tab, then click the copy icon on the right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43000" y="4160520"/>
            <a:ext cx="54864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80160" y="42245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  |   SSH   |   GitHub CLI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80160" y="45720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https://github.com/owner/repo.git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0760" y="4572000"/>
            <a:ext cx="411480" cy="365760"/>
          </a:xfrm>
          <a:prstGeom prst="roundRect">
            <a:avLst>
              <a:gd name="adj" fmla="val 12500"/>
            </a:avLst>
          </a:prstGeom>
          <a:solidFill>
            <a:srgbClr val="DBEAFE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45720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⎘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949440" y="416052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420624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vs SSH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初次使用選 HTTPS</a:t>
            </a:r>
            <a:endParaRPr lang="en-US" sz="11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time? Pick HTTPS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決定本機資料夾位置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folder on your machine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297680" cy="2194560"/>
          </a:xfrm>
          <a:prstGeom prst="roundRect">
            <a:avLst>
              <a:gd name="adj" fmla="val 2083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148840"/>
            <a:ext cx="4023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~/work/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company/        </a:t>
            </a:r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company repos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personal/       </a:t>
            </a:r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personal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learning/       </a:t>
            </a:r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practice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120640" y="2011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選擇原則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120640" y="22860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120640" y="2752344"/>
            <a:ext cx="164592" cy="16459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0" y="275234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349240" y="26974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集中管理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49240" y="293522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0" y="2734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全部放同一個父資料夾  ·  One parent folder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20640" y="3300984"/>
            <a:ext cx="164592" cy="16459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0" y="330098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349240" y="32461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路徑簡短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49240" y="34838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paths short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0" y="328269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避免太深的巢狀  ·  Avoid deep nesting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20640" y="3849624"/>
            <a:ext cx="164592" cy="16459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0" y="384962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349240" y="37947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英文路徑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49240" y="4032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only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0" y="383133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不要用中文或空格  ·  No CJK or spaces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526280"/>
            <a:ext cx="8229600" cy="777240"/>
          </a:xfrm>
          <a:prstGeom prst="roundRect">
            <a:avLst>
              <a:gd name="adj" fmla="val 5882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526280"/>
            <a:ext cx="54864" cy="777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5720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最重要的：不要放在 iCloud / Dropbox / OneDrive — 會跟 Git 衝突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493776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important: don't put the repo inside iCloud / Dropbox / OneDrive — it conflicts with Git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失敗？三個最常見的原因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common clone errors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756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 denied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原因  Cause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94560" y="242316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還不是這個 repo 的成員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194560" y="264261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member of this repo yet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846320" y="2423160"/>
            <a:ext cx="4572" cy="45720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0" y="242316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解法  Fix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126480" y="242316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請工程師或主管把你加入 repo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26480" y="2642616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 engineer / lead to add you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10896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2186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Repository not found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35661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原因  Cause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194560" y="356616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網址錯誤或 private repo 未登入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194560" y="378561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URL, or private repo not logged in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46320" y="3566160"/>
            <a:ext cx="4572" cy="45720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356616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解法  Fix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126480" y="356616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確認網址、確認 GitHub 帳號已登入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126480" y="3785616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URL &amp; that you're signed in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25196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3616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destination already exists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77240" y="47091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原因  Cause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194560" y="470916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目標位置已有同名資料夾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194560" y="492861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folder with that name already exists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46320" y="4709160"/>
            <a:ext cx="4572" cy="45720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0" y="470916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解法  Fix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126480" y="470916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換個路徑，或請 Claude Code 看看那個資料夾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126480" y="4928616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new path, or ask Claude Code to check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三個空間：程式碼的旅程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Directory → Staging → Repository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94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Directory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本機正在改的檔案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2971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you're editing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26080" y="210312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926080" y="34290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29000" y="210312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9050">
            <a:solidFill>
              <a:srgbClr val="1A6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194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Area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準備要存的改動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20440" y="2971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queued to save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06440" y="210312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669280" y="34290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309360" y="210312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2194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正式的版本紀錄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0" y="2971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version history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40233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為什麼需要 Staging？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429768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staging?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46177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你可能改了 10 個檔案，但只想先存 3 個。Staging 讓你主動挑選要存什麼。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51389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edited 10 files but want to save only 3 — staging lets you pick.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402336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0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Claude Code 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43708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using Claude Code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0" y="4663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通常自動處理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0" y="4937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is handled automatically — say "save these changes"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 vs 遠端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vs Remote — a one-to-one link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0175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1A6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4231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你的電腦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Working Directory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Staging Area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Repository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0" y="2286000"/>
            <a:ext cx="30175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24231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0" y="27432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0" y="35204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Remote Repository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0" y="38404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（雲端正本 · cloud master）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03320" y="2880360"/>
            <a:ext cx="1737360" cy="0"/>
          </a:xfrm>
          <a:prstGeom prst="line">
            <a:avLst/>
          </a:prstGeom>
          <a:noFill/>
          <a:ln w="25400">
            <a:solidFill>
              <a:srgbClr val="1A66FF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703320" y="25420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03320" y="294436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讓別人看到 · share with team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03320" y="3931920"/>
            <a:ext cx="1737360" cy="0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  <a:headEnd type="triangle"/>
          </a:ln>
        </p:spPr>
      </p:sp>
      <p:sp>
        <p:nvSpPr>
          <p:cNvPr id="18" name="Text 16"/>
          <p:cNvSpPr/>
          <p:nvPr/>
        </p:nvSpPr>
        <p:spPr>
          <a:xfrm>
            <a:off x="3703320" y="3593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703320" y="399592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同步最新 · get latest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8640" y="4983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之後，本機資料夾和 remote repo 建立「一對一」連結，之後 push / pull 都透過它同步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52578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clone, local folder &amp; remote repo are linked 1:1 — push / pull uses that link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STATES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 Header.tsx，三種狀態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states of one file — why colleagues can't see your edits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1488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51460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改了，還沒 commit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80720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Edited, not committed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32004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 Local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737360" y="32004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新版 New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47472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遠端 Remote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737360" y="34747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舊的 Old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840480"/>
            <a:ext cx="233172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931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只有你看得到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4206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you see it; can be discarded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37560" y="201168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0440" y="21488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2044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20440" y="251460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了，還沒 push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20440" y="280720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Committed, not pushed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20440" y="32004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 Local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26280" y="32004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新版 New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20440" y="347472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遠端 Remote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34747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舊的 Old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20440" y="3840480"/>
            <a:ext cx="233172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20440" y="3931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存檔在本機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520440" y="4206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locally, team still can't see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126480" y="201168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09360" y="21488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C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309360" y="251460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了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309360" y="280720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09360" y="32004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 Local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0" y="32004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新版 New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09360" y="347472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遠端 Remote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315200" y="34747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新版 New ✓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09360" y="3840480"/>
            <a:ext cx="233172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09360" y="3931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團隊可以 pull 到了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309360" y="4206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can now pull your changes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48640" y="4983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不會自動同步：你 commit 了 ≠ 別人看得到，必須 push 才會更新遠端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52578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doesn't auto-sync — commit ≠ team can see it. You must push.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— 平行世界的工作空間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parallel universe for experiments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4846320" cy="0"/>
          </a:xfrm>
          <a:prstGeom prst="line">
            <a:avLst/>
          </a:prstGeom>
          <a:noFill/>
          <a:ln w="38100">
            <a:solidFill>
              <a:srgbClr val="1A66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606040"/>
            <a:ext cx="182880" cy="18288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606040"/>
            <a:ext cx="182880" cy="18288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77440" y="2606040"/>
            <a:ext cx="182880" cy="18288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80560" y="2606040"/>
            <a:ext cx="182880" cy="18288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86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(穩定的主線 · stable line)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68880" y="2697480"/>
            <a:ext cx="457200" cy="640080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26080" y="3337560"/>
            <a:ext cx="1188720" cy="0"/>
          </a:xfrm>
          <a:prstGeom prst="line">
            <a:avLst/>
          </a:prstGeom>
          <a:noFill/>
          <a:ln w="38100">
            <a:solidFill>
              <a:srgbClr val="8B5C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14800" y="3337560"/>
            <a:ext cx="457200" cy="-640080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26080" y="324612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91840" y="324612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324612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324612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68880" y="35204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experiment/header-redesign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760720" y="22860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為什麼要用 Branch？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760720" y="256032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branch?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760720" y="2990088"/>
            <a:ext cx="146304" cy="146304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89320" y="292608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想試新東西又怕改壞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89320" y="316382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without risk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60720" y="3538728"/>
            <a:ext cx="146304" cy="146304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89320" y="347472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還沒確定，先給 PM 看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89320" y="371246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PM before merging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760720" y="4087368"/>
            <a:ext cx="146304" cy="146304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89320" y="40233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同時做兩個任務不混一起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89320" y="426110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parallel tasks separate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4937760"/>
            <a:ext cx="8229600" cy="640080"/>
          </a:xfrm>
          <a:prstGeom prst="roundRect">
            <a:avLst>
              <a:gd name="adj" fmla="val 714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9834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核心價值：Branch 上的改動只有你看得到。失敗就刪，成功再合併。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77240" y="5257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value: changes on a branch are yours alone — delete if it fails, merge if it works.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命名慣例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conventions — type/short-description, lowercase with hyphens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103120"/>
            <a:ext cx="54864" cy="658368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26771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606040" y="2194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新功能、新頁面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06040" y="246888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features / pages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49240" y="226771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feature/user-profile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880360"/>
            <a:ext cx="54864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44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fix/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06040" y="2971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修復問題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06040" y="324612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 bug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49240" y="30449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fix/carousel-overflow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65760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657600"/>
            <a:ext cx="54864" cy="6583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82219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experiment/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606040" y="3749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實驗性質，可能不會合併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06040" y="40233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Experiments, may not merge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349240" y="38221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experiment/dark-mode-test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434840"/>
            <a:ext cx="54864" cy="65836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59943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refactor/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606040" y="4526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重構、整理程式碼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606040" y="480060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Clean-up / restructuring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349240" y="45994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refactor/component-structure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何時該用 Branch？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branch — a simple rule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8229600" cy="5486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274320" cy="27432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204825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想試新東西，不確定會不會用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34440" y="230428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Trying something uncertain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7784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失敗可直接刪掉 · Delete on failure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670048"/>
            <a:ext cx="274320" cy="27432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6151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會花好幾天的功能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34440" y="287121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Multi-day feature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577840" y="26700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避免半成品影響主線 · Protect main from WIP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099816"/>
            <a:ext cx="8229600" cy="5486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236976"/>
            <a:ext cx="274320" cy="27432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1821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要交付給別人 review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34440" y="343814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review from others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77840" y="32369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團隊通常要求 PR · PRs expected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3803904"/>
            <a:ext cx="274320" cy="274320"/>
          </a:xfrm>
          <a:prstGeom prst="ellipse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34440" y="374904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 repo 的小 typo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34440" y="400507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typo in personal repo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77840" y="380390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 main commit 就好 · Just commit to main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4233672"/>
            <a:ext cx="8229600" cy="5486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7240" y="4370832"/>
            <a:ext cx="274320" cy="27432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370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234440" y="43159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公司 / 團隊 repo 的任何改動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234440" y="457200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change in team repos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77840" y="43708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通常有 branch 保護 · Branch protection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5074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簡單判斷法：個人 repo 小改直接 main，實驗開 branch；團隊 repo 一律 branch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5349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personal repo — small edits on main, bigger ones on a branch. Team repo — always branch.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實戰：用 Branch 做 Dark Mode 實驗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 — try dark mode on a branch (3 steps)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40280"/>
            <a:ext cx="502920" cy="50292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228600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開實驗用 branch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254203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experiment branch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9260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 Agent 說 · Tell agent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312724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「開一條 branch 叫 experiment/dark-mode」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branch experiment/dark-mode"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" y="4251960"/>
            <a:ext cx="2286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3434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你已經在新 branch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457200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on a new branch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37560" y="21031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2240280"/>
            <a:ext cx="502920" cy="50292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206240" y="228600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隨意改、隨意 commit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06240" y="254203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and commit freely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66160" y="29260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 Agent 說 · Tell agent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566160" y="312724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「commit 目前的進度」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"Commit current progress"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566160" y="4251960"/>
            <a:ext cx="2286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66160" y="43434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進度都存在 branch 上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66160" y="457200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progress saved on the branch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26480" y="21031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55080" y="2240280"/>
            <a:ext cx="502920" cy="50292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50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95160" y="228600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決定要不要用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5160" y="254203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— keep or drop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55080" y="29260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 Agent 說 · Tell agent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355080" y="312724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 → 「合併到 main」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 → 「刪掉 branch」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→ "merge to main"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→ "delete branch"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355080" y="4251960"/>
            <a:ext cx="2286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55080" y="43434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永遠維持乾淨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55080" y="457200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always stays clean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48640" y="5074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的價值在於「可以反悔」  ·  Branches let you undo — main always stays clean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 Claude Code 說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Talking to Claude Code — natural language → Git commands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你想做的事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2140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want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023360" y="18745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 Claude Code 說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0" y="2121408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say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6060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開新 branch 開始工作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84378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branch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023360" y="26060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「開一條 branch 叫 feature/header-redesign」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23360" y="2843784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branch feature/header-redesign"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108960"/>
            <a:ext cx="8229600" cy="5486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1546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看目前在哪條 branch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339242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current branch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023360" y="31546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「我現在在哪個 branch？」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23360" y="3392424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branch am I on?"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31520" y="370332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切到別的 branch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94106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branches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023360" y="370332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「切到 main」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23360" y="3941064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"Switch to main"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206240"/>
            <a:ext cx="8229600" cy="5486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2519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做完了，合併回 main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448970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— merge back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023360" y="425196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「push 上去，然後開 PR 合併到 main」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023360" y="4489704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"Push and open a PR to main"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31520" y="48006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這條 branch 不要了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" y="503834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the branch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023360" y="48006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「刪掉 feature/header-redesign 這條 branch」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23360" y="5038344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"Delete branch feature/header-redesign"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不用背指令——知道「什麼時候該做什麼事」就夠了  ·  No need to memorize commands — just know when to do what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這週記住三件事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remember from Week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96596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1783080" y="201168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個人工作也要用 repo 管理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83080" y="233172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repo for personal work too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83080" y="260604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不要只存在本機——電腦壞了、檔案誤刪就沒了。建立 personal repo，push 到 GitHub 當備份。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83080" y="288036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rely on local-only files. Create a personal repo and push to GitHub as backup.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1783080" y="310896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personal repo 練習 branch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783080" y="342900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branching in your personal repo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83080" y="370332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 repo 最自由，怎麼玩都不影響別人。熟悉「開 branch → commit → merge」的流程。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783080" y="39776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repos are the safest playground — master branch → commit → merge before team work.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416052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1783080" y="420624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用資料夾結構分層管理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83080" y="452628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 folders in layers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783080" y="480060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~/work/company/、~/work/personal/，看路徑就知道在哪一層。降低 push 錯 repo 的風險。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83080" y="507492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~/work/company/ vs ~/work/personal/ — the path alone tells you what layer you're in.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1440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/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常見名詞解惑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Vocabulary — words that look confusingly similar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548640" cy="36576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3017520"/>
            <a:ext cx="36576" cy="731520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06324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vs Push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34015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存檔還是分享？ · Save locally or share?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36576" cy="731520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93192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vs Fork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42702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 repo 還是複製一份？ · Same repo or a copy?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36576" cy="731520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80060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Stash vs Discard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51389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改到一半要切分支怎麼辦？ · Mid-edit branch switch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54864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next week!  ·  下週見！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的基本架構 — Week 2</dc:title>
  <dc:subject>PptxGenJS Presentation</dc:subject>
  <dc:creator>Karen Shen</dc:creator>
  <cp:lastModifiedBy>Karen Shen</cp:lastModifiedBy>
  <cp:revision>1</cp:revision>
  <dcterms:created xsi:type="dcterms:W3CDTF">2026-04-20T09:57:41Z</dcterms:created>
  <dcterms:modified xsi:type="dcterms:W3CDTF">2026-04-20T09:57:41Z</dcterms:modified>
</cp:coreProperties>
</file>