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9456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945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606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的基本架構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402336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這週會講什麼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574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574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9842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vs GitHub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768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people confuse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1984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最常搞混的第一題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2276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hosts Git repos + a collaboration layer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65176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6517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78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Clone 到電腦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28712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 a repo onto your machine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25786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新人上路的第一步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0" y="28712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the first step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4612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2461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31729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三個空間 + 本機 vs 遠端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46557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zones + Local vs Remote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3172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程式碼的旅程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34655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of your code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8503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84048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840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25880" y="3767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同一份檔案的三種狀態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25880" y="40599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 of one file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37673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為什麼同事看不到我的改動？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0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colleagues don't see your edits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27939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43484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4348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325880" y="43616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平行世界的工作空間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25880" y="465429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parallel workspaces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0" y="4361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最強大的功能之一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0" y="46542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Git's most powerful features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487375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50292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0292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325880" y="4956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與 Force Push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325880" y="52486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&amp; force push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0" y="49560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進階概念 + 防 AI 自作聰明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0" y="52486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+ defensive prompts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5468112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還是 GitHub？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hosts Git repos and adds a collaboration layer on top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8229600" cy="868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2468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軟體 / 指令（CLI）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/ CLI tool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0" y="2468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網站 / 服務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/ service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在哪裡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6576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你的電腦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computer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github.com（瀏覽器）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0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 (browser)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8229600" cy="868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怎麼用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打指令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4572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commands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點按鈕、看頁面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4572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view pages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349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本身就能跑在任何伺服器；GitHub 在 Git 之上加了 Pull Request、Review、Issues 等協作功能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32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can run on any server. GitHub adds collaboration features (PRs, reviews, issues) on top.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重點頁面導覽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spot on a repo page</a:t>
            </a:r>
            <a:endParaRPr lang="en-US" sz="1400" dirty="0"/>
          </a:p>
        </p:txBody>
      </p:sp>
      <p:pic>
        <p:nvPicPr>
          <p:cNvPr id="5" name="Image 0" descr="assets/Github-rep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512064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28800"/>
            <a:ext cx="5120640" cy="3200400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97880" y="182880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978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355080" y="18105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名稱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55080" y="20482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name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55080" y="22677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trendlife-general / hie-rei = 帳號 / 專案名。Repo（repository）就是一個 Git 專案的容器。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55080" y="2615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/ repo. A repository is the container for one Git project.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292608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5508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55080" y="3145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tab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55080" y="33649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看檔案、取得 clone 網址、下載 zip。預設停在這頁。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355080" y="37124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files, get the clone URL, download zip. Default landing tab.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897880" y="402336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55080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355080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55080" y="4462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請別人 review 你的改動、看別人的改動。設計師最常進的頁面。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55080" y="4809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review on your changes, or review others'. Designers' most-used tab.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48640" y="5349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設計師最重要的兩個：Code（取得連結）與 Pull Requests（請人 review）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5532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tabs that matter most: Code (get the URL) and Pull Requests (ask for review)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常用操作清單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click for the things you'll do most</a:t>
            </a:r>
            <a:endParaRPr lang="en-US" sz="1400" dirty="0"/>
          </a:p>
        </p:txBody>
      </p:sp>
      <p:pic>
        <p:nvPicPr>
          <p:cNvPr id="5" name="Image 0" descr="assets/Github-important_function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512064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28800"/>
            <a:ext cx="5120640" cy="3200400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97880" y="182880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978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355080" y="18105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按鈕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55080" y="20482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button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55080" y="22677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右上方綠色按鈕。點開複製 HTTPS 網址 → 貼給 Claude Code 就能 clone 到本機。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55080" y="2615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green button. Copy the HTTPS URL → give it to Claude Code to clone.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292608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5508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55080" y="3145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list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55080" y="33649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看現在有哪些 branch、誰在做什麼。也能從這裡刪掉舊 branch。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355080" y="37124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active branches and who's working on what. Delete old ones from here.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897880" y="4023360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55080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355080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tab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55080" y="4462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建立新的 PR、看別人開的 PR、留 review 留言。Branch 改完要被 merge 都從這裡走。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55080" y="4809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PR, review others', leave comments. The merge gate for every branch.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48640" y="5349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的設計師日常，這三個入口就夠用：拿程式碼、切換 branch、發 / 看 PR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5532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designer-daily flows live in these three: get code, switch branch, open / review a PR.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新人上路：把專案 Clone 到電腦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cloning a project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你只需要準備兩件事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things to prepare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8404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691640" y="27889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的 Clone 網址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clone URL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主頁右上角的綠色 Code 按鈕取得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green Code button at the top-right of the repo page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工程師會提供 repo 連結  ·  Engineer provides 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2606040"/>
            <a:ext cx="38404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743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897880" y="27889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本機資料夾的位置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97880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 your machine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你自己決定要放在哪個資料夾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local folder to use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 ~/work/ 底下分層管理  ·  Recommended: ~/work/ tree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準備好 → 告訴 Claude Code → Agent 完成剩下的步驟  ·  Ready → tell Claude Code → agent handles the rest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GitHub 取得 Clone 網址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clicks to copy the HTTPS link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5760" cy="36576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9933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找到右上方的綠色 Code 按鈕，點擊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2860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green Code button at the top-right, click 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43000" y="2697480"/>
            <a:ext cx="1280160" cy="411480"/>
          </a:xfrm>
          <a:prstGeom prst="roundRect">
            <a:avLst>
              <a:gd name="adj" fmla="val 11111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2697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&gt; Code  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5021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HTTPS 標籤，點右邊的複製圖示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7947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HTTPS tab, then click the copy icon on the right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4160520"/>
            <a:ext cx="54864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  |   SSH   |   GitHub CLI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4572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https://github.com/owner/repo.git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4572000"/>
            <a:ext cx="411480" cy="365760"/>
          </a:xfrm>
          <a:prstGeom prst="roundRect">
            <a:avLst>
              <a:gd name="adj" fmla="val 12500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4572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41605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42062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vs SSH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初次使用選 HTTPS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Pick HTTPS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決定本機資料夾位置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folder on your machine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297680" cy="2194560"/>
          </a:xfrm>
          <a:prstGeom prst="roundRect">
            <a:avLst>
              <a:gd name="adj" fmla="val 2083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48840"/>
            <a:ext cx="4023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~/work/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company/ 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company repos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personal/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personal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learning/       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practice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20640" y="2011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選擇原則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275234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275234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49240" y="2697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集中管理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49240" y="29352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0" y="2734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全部放同一個父資料夾  ·  One parent folder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330098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3009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49240" y="32461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路徑簡短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492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paths short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0" y="328269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避免太深的巢狀  ·  Avoid deep nesting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0" y="3849624"/>
            <a:ext cx="164592" cy="16459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384962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49240" y="37947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英文路徑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49240" y="4032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only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83133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不要用中文或空格  ·  No CJK or spaces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349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放哪裡其實不嚴格 — 重點是路徑乾淨、找得到、自己順手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doesn't matter much — clean path, easy to find, comfortable for you.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失敗？三個最常見的原因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common clone errors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denied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94560" y="2423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還不是這個 repo 的成員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94560" y="2642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member of this repo yet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423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423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2423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請工程師或主管把你加入 repo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0" y="2642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 engineer / lead to add you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18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 not found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566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94560" y="3566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網址錯誤或 private repo 未登入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194560" y="3785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URL, or private repo not logged 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46320" y="3566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566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26480" y="3566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確認網址、確認 GitHub 帳號已登入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26480" y="3785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URL &amp; that you're signed in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61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 already exists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47091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  Cause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94560" y="47091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目標位置已有同名資料夾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94560" y="492861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with that name already exists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4709160"/>
            <a:ext cx="4572" cy="4572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7091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  Fix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47091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換個路徑，或請 Claude Code 看看那個資料夾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26480" y="49286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new path, or ask Claude Code to check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三個空間：程式碼的旅程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Directory → Staging → Repository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Directory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本機正在改的檔案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you're editing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926080" y="3429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2900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準備要存的改動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2044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queued to save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3429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09360" y="21031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正式的版本紀錄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0" y="2971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version history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為什麼需要 Staging？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42976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你可能改了 10 個檔案，但只想先存 3 個。Staging 讓你主動挑選要存什麼。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138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edited 10 files but want to save only 3 — staging lets you pick.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402336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Code 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3708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using Claude Code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4663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通常自動處理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is handled automatically — say "save these changes"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vs 遠端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vs Remote — a one-to-one link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017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1A6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423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你的電腦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Directory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 Area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Repository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2286000"/>
            <a:ext cx="3017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2423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7432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3520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Remote Repository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38404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（雲端正本 · cloud master）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03320" y="2880360"/>
            <a:ext cx="1737360" cy="0"/>
          </a:xfrm>
          <a:prstGeom prst="line">
            <a:avLst/>
          </a:prstGeom>
          <a:noFill/>
          <a:ln w="25400">
            <a:solidFill>
              <a:srgbClr val="1A66F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703320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03320" y="294436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讓別人看到 · share with team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3931920"/>
            <a:ext cx="173736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headEnd type="triangle"/>
          </a:ln>
        </p:spPr>
      </p:sp>
      <p:sp>
        <p:nvSpPr>
          <p:cNvPr id="18" name="Text 16"/>
          <p:cNvSpPr/>
          <p:nvPr/>
        </p:nvSpPr>
        <p:spPr>
          <a:xfrm>
            <a:off x="3703320" y="3593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03320" y="3995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同步最新 · get latest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983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之後，本機資料夾和 remote repo 建立「一對一」連結，之後 push / pull 都透過它同步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clone, local folder &amp; remote repo are linked 1:1 — push / pull uses that link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STATES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 Header.tsx，三種狀態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 of one file — why colleagues can't see your edits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改了，還沒 commit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Edited, not committed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3736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3736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舊的 Old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只有你看得到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you see it; can be discarded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3756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了，還沒 push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2044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Committed, not pushed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2628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舊的 Old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存檔在本機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2044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locally, team still can't see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2648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1488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09360" y="2514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28072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0" y="32004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Local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0" y="3200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09360" y="34747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 Remote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315200" y="34747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 New 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3840480"/>
            <a:ext cx="233172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團隊可以 pull 到了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4206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can now pull your changes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8640" y="4983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不會自動同步：你 commit 了 ≠ 別人看得到，必須 push 才會更新遠端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5257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doesn't auto-sync — commit ≠ team can see it. You must push.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平行世界的工作空間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parallel universe for experiments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4846320" cy="0"/>
          </a:xfrm>
          <a:prstGeom prst="line">
            <a:avLst/>
          </a:prstGeom>
          <a:noFill/>
          <a:ln w="38100">
            <a:solidFill>
              <a:srgbClr val="1A6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2606040"/>
            <a:ext cx="182880" cy="1828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(穩定的主線 · stable line)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2697480"/>
            <a:ext cx="457200" cy="64008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0" y="3337560"/>
            <a:ext cx="1188720" cy="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0" y="3337560"/>
            <a:ext cx="457200" cy="-64008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324612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3520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experiment/header-redesign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760720" y="22860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為什麼要用 Branch？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60720" y="2560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branch?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299008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29260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想試新東西又怕改壞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316382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without risk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60720" y="353872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347472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還沒確定，先給 PM 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89320" y="371246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PM before merging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60720" y="4087368"/>
            <a:ext cx="146304" cy="146304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40233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同時做兩個任務不混一起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89320" y="4261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parallel tasks separate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983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核心價值：Branch 上的改動只有你看得到。失敗就刪，成功再合併。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5257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value: changes on a branch are yours alone — delete if it fails, merge if it works.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命名慣例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conventions — type/short-description, lowercase with hyphens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658368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677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60604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新功能、新頁面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24688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/ pages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49240" y="22677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feature/user-profile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54864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44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fix/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0604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修復問題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3246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bug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49240" y="3044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fix/carousel-overflow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657600"/>
            <a:ext cx="54864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221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experiment/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0604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實驗性質，可能不會合併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40233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Experiments, may not merge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49240" y="38221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experiment/dark-mode-test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434840"/>
            <a:ext cx="54864" cy="65836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5994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refactor/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06040" y="4526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重構、整理程式碼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06040" y="48006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Clean-up / restructuring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49240" y="4599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refactor/component-structure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何時該用 Branch？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branch — a simple rule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048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想試新東西，不確定會不會用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230428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something uncertain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失敗可直接刪掉 · Delete on failure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670048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會花好幾天的功能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87121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feature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77840" y="26700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避免半成品影響主線 · Protect main from WIP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099816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236976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182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要交付給別人 review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43814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 from others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77840" y="32369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團隊通常要求 PR · PRs expected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274320" cy="27432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7490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 repo 的小 typo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400507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typo in personal repo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803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main commit 就好 · Just commit to main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233672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4370832"/>
            <a:ext cx="274320" cy="2743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34440" y="43159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 / 團隊 repo 的任何改動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34440" y="457200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change in team repos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77840" y="4370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通常有 branch 保護 · Branch protection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74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簡單判斷法：個人 repo 小改直接 main，實驗開 branch；團隊 repo 一律 branch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349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personal repo — small edits on main, bigger ones on a branch. Team repo — always branch.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實戰：用 Branch 做 Dark Mode 實驗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 — try dark mode on a branch (3 steps)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開實驗用 branch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experiment branch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「開一條 branch 叫 experiment/dark-mode」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branch experiment/dark-mode"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你已經在新 branch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on a new branch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3756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624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隨意改、隨意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and commit freely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6616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「commit 目前的進度」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"Commit current progress"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6616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進度都存在 branch 上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progress saved on the branch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21031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5080" y="2240280"/>
            <a:ext cx="502920" cy="50292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9516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決定要不要用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5160" y="25420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— keep or drop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 · Tell agent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55080" y="31272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 → 「合併到 main」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 → 「刪掉 branch」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→ "merge to main"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"delete branch"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55080" y="4251960"/>
            <a:ext cx="22860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永遠維持乾淨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45720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always stays clean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5074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的價值在於「可以反悔」  ·  Branches let you undo — main always stays clean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Claude Code — natural language → Git commands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你想做的事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23360" y="1874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0" y="212140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8229600" cy="4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06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開新 branch 開始工作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437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branch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023360" y="2606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「開一條 branch 叫 feature/header-redesign」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23360" y="284378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branch feature/header-redesign"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看目前在哪條 branch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39242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current branch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0" y="3154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「我現在在哪個 branch？」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9242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branch am I on?"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切到別的 branch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94106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branches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23360" y="3703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「切到 main」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23360" y="394106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"Switch to main"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822960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519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做完了，合併回 main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48970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— merge back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023360" y="42519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「push 上去，然後開 PR 合併到 main」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23360" y="448970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"Push and open a PR to main"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800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這條 branch 不要了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5038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the branch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023360" y="4800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「刪掉 feature/header-redesign 這條 branch」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0" y="503834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"Delete branch feature/header-redesign"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不用背指令——知道「什麼時候該做什麼事」就夠了  ·  No need to memorize commands — just know when to do what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≠ Merge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bring in main's latest changes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把我的 commit「重做一次」，接到 main 最新位置上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my commits onto the latest main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— 保留分岔歷史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1518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branch history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4023360" cy="137160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017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3017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── ● ── ● ── ●         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331012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╲             ╱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5204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F ── G ──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= merge commit（多一個節點）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3774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— 拉成一條直線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61518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into a clean line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4023360" cy="137160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017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77840" y="3017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── ● ── ● ── ● ── F'── G'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703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F' ／ G' = 同樣的改動，但 commit hash 變了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39136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changes, different commit hashes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8229600" cy="868680"/>
          </a:xfrm>
          <a:prstGeom prst="roundRect">
            <a:avLst>
              <a:gd name="adj" fmla="val 526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26280"/>
            <a:ext cx="54864" cy="868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關鍵：rebase 會「改寫歷史」— commit hash 變了。個人 branch 沒問題，shared branch 會搞死隊友。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rewrites history. Safe on your own branch — disastrous on shared branches.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ZONE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為什麼設計師要怕 force push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force push is the trap to watch for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改寫歷史 → 普通 push 推不上去 → AI 會建議 force push → 可能覆蓋隊友的 commit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93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rewrites history → normal push fails → AI suggests force → may overwrite teammates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2560320" cy="2743200"/>
          </a:xfrm>
          <a:prstGeom prst="roundRect">
            <a:avLst>
              <a:gd name="adj" fmla="val 2143"/>
            </a:avLst>
          </a:prstGeom>
          <a:solidFill>
            <a:srgbClr val="ECFDF5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14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7889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push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安全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推不上去就停。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從不覆蓋遠端歷史。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if conflict. Never overwrites.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2377440"/>
            <a:ext cx="2560320" cy="2743200"/>
          </a:xfrm>
          <a:prstGeom prst="roundRect">
            <a:avLst>
              <a:gd name="adj" fmla="val 2143"/>
            </a:avLst>
          </a:prstGeom>
          <a:solidFill>
            <a:srgbClr val="FEF2F2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514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--force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27889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push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1089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危險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2044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「我說了算」。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直接覆蓋遠端，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隊友的 commit 消失。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044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way." Overwrites remote — teammates' work gone.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2560320" cy="2743200"/>
          </a:xfrm>
          <a:prstGeom prst="roundRect">
            <a:avLst>
              <a:gd name="adj" fmla="val 2143"/>
            </a:avLst>
          </a:prstGeom>
          <a:solidFill>
            <a:srgbClr val="FEF3C7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2514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--force-with-lease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55080" y="27889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force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55080" y="31089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可控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5508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「我說了算，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但別人改過就停。」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預設用這個。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way, unless someone changed it." Use this.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132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AI 看到 push 失敗會自然建議 --force —— 你要主動要求 --force-with-lease，下一頁教你怎麼說。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DEFENSIVE PROMPTS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AI 說這幾句，避免災難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sentences to keep AI from breaking your branch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預設會「快點解決問題」— 這幾句明確的指令把你的安全要求講清楚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411480" cy="4114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 前先預告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591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before rebase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97280" y="2606040"/>
            <a:ext cx="7680960" cy="36576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263347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「rebase 之前，先告訴我會影響哪些 commit。」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97280" y="3017520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防的是：AI 直接 rebase + force push 完才告訴你，發現出事已晚。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411480" cy="4114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永遠不要 --force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4107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--force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97280" y="3657600"/>
            <a:ext cx="7680960" cy="36576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368503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「需要 force push 時，請用 --force-with-lease，不要用 --force。」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4069080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防的是：AI 預設 --force 覆蓋遠端，隊友 commit 消失。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411480" cy="411480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4206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不碰 main / shared branch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4622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off shared branches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97280" y="4709160"/>
            <a:ext cx="7680960" cy="36576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" y="473659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「不要在 main 或別人也在用的 branch 上 rebase。」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97280" y="5120640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防的是：對共用 branch rebase，整團隊歷史錯亂。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把這三句話寫進 CLAUDE.md，AI 每次都會遵守 — 比每次手動提醒可靠。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6235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these to CLAUDE.md once — more reliable than reminding AI every session.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你不是一個人在防範這些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defending alone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011680" y="1965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已經在這個 repo 裡寫了 git hooks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11680" y="233172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set up git hooks for this repo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26974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想做剛才提的那些危險操作（force push、git add . 全部、commit 含 secret⋯）會被自動擋下，不用擔心一不小心犯錯。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30358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block AI from running the dangerous operations we just talked about — you can't accidentally break things.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8229600" cy="1417320"/>
          </a:xfrm>
          <a:prstGeom prst="roundRect">
            <a:avLst>
              <a:gd name="adj" fmla="val 387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611880"/>
            <a:ext cx="54864" cy="1417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703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但是 — 這層保護只在這個 repo 裡有效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0233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safety net only applies inside this repo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43708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離開這個 repo（你的個人專案、其他 team 的 repo）就沒有這套防呆。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9087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this repo (your own projects, other teams' repos), there's no safety net.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5285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所以前一頁的三個防禦 prompt 還是要寫進你個人的 CLAUDE.md，自律才是不依賴環境的根本。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5595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three prompts from the previous slide in your personal CLAUDE.md — discipline is what travels with you.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這週記住三件事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 from Week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783080" y="201168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個人工作也要用 repo 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83080" y="23317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repo for personal work too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260604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不要只存在本機——電腦壞了、檔案誤刪就沒了。建立 personal repo，push 到 GitHub 當備份。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288036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rely on local-only files. Create a personal repo and push to GitHub as backup.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1783080" y="3108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personal repo 練習 branch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34290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branching in your personal repo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83080" y="37033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 repo 最自由，怎麼玩都不影響別人。熟悉「開 branch → commit → merge」的流程。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83080" y="39776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repos are the safest playground — master branch → commit → merge before team work.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1783080" y="42062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用資料夾結構分層管理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45262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folders in layers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83080" y="480060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~/work/company/、~/work/personal/，看路徑就知道在哪一層。降低 push 錯 repo 的風險。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83080" y="50749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~/work/company/ vs ~/work/personal/ — the path alone tells you what layer you're in.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常見名詞解惑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Vocabulary — words that look confusingly similar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06324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401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存檔還是分享？ · Save locally or share?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2702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repo 還是複製一份？ · Same repo or a copy?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36576" cy="73152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0060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vs Discard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改到一半要切分支怎麼辦？ · Mid-edit branch switch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next week!  ·  下週見！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的基本架構 — Week 2</dc:title>
  <dc:subject>PptxGenJS Presentation</dc:subject>
  <dc:creator>Karen Shen</dc:creator>
  <cp:lastModifiedBy>Karen Shen</cp:lastModifiedBy>
  <cp:revision>1</cp:revision>
  <dcterms:created xsi:type="dcterms:W3CDTF">2026-04-29T09:02:43Z</dcterms:created>
  <dcterms:modified xsi:type="dcterms:W3CDTF">2026-04-29T09:02:43Z</dcterms:modified>
</cp:coreProperties>
</file>