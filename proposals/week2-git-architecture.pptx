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9456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/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的基本架構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548640" cy="36576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for UI Designers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這週會講什麼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2768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people confuse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984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最常搞混的第一題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276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hosts Git repos + a collaboration 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578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GitHub Clone 到電腦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87121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a repo onto your machine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578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新人上路的第一步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871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the first step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4612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172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三個空間 + 本機 vs 遠端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465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zones + Local vs Remote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172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程式碼的旅程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465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your code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8503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4048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404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25880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同一份檔案的三種狀態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0599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of one 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3767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為什麼同事看不到我的改動？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0599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colleagues don't see your edits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27939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43484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348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325880" y="4361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平行世界的工作空間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25880" y="4654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parallel workspaces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4361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最強大的功能之一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46542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Git's most powerful features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87375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029200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292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325880" y="4956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與 Force Push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25880" y="52486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&amp; force push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4956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進階概念 + 防 AI 自作聰明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0" y="5248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+ defensive prompts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5468112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還是 GitHub？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hosts Git repos and adds a collaboration layer on top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1874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82296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 / 指令（CLI）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CLI tool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 / 服務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service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在哪裡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你的電腦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657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computer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github.com（瀏覽器）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(browser)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82296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打指令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4572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commands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點按鈕、看頁面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5720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view pages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349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本身就能跑在任何伺服器；GitHub 在 Git 之上加了 Pull Request、Review、Issues 等協作功能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can run on any server. GitHub adds collaboration features (PRs, reviews, issues) on top.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重點頁面導覽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spot on a repo page</a:t>
            </a:r>
            <a:endParaRPr lang="en-US" sz="1400" dirty="0"/>
          </a:p>
        </p:txBody>
      </p:sp>
      <p:pic>
        <p:nvPicPr>
          <p:cNvPr id="5" name="Image 0" descr="assets/Github-rep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120640" cy="3200400"/>
          </a:xfrm>
          <a:prstGeom prst="rect">
            <a:avLst/>
          </a:prstGeom>
          <a:ln w="9525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0" y="182880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5508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名稱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name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trendlife-general / hie-rei = 帳號 / 專案名。Repo（repository）就是一個 Git 專案的容器。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2615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repo. A repository is the container for one Git project.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292608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08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tab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5508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看檔案、取得 clone 網址、下載 zip。預設停在這頁。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3712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files, get the clone URL, download zip. Default landing tab.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40233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5508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55080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請別人 review 你的改動、看別人的改動。設計師最常進的頁面。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4809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review on your changes, or review others'. Designers' most-used tab.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5349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設計師最重要的兩個：Code（取得連結）與 Pull Requests（請人 review）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532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 that matter most: Code (get the URL) and Pull Requests (ask for review)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常用操作清單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click for the things you'll do most</a:t>
            </a:r>
            <a:endParaRPr lang="en-US" sz="1400" dirty="0"/>
          </a:p>
        </p:txBody>
      </p:sp>
      <p:pic>
        <p:nvPicPr>
          <p:cNvPr id="5" name="Image 0" descr="assets/Github-important_func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120640" cy="3200400"/>
          </a:xfrm>
          <a:prstGeom prst="rect">
            <a:avLst/>
          </a:prstGeom>
          <a:ln w="9525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97880" y="182880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5508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按鈕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button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267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右上方綠色按鈕。點開複製 HTTPS 網址 → 貼給 Claude Code 就能 clone 到本機。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2615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green button. Copy the HTTPS URL → give it to Claude Code to clone.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292608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8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5508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508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list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5508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看現在有哪些 branch、誰在做什麼。也能從這裡刪掉舊 branch。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3712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active branches and who's working on what. Delete old ones from here.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4023360"/>
            <a:ext cx="365760" cy="3657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5508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55080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tab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4462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建立新的 PR、看別人開的 PR、留 review 留言。Branch 改完要被 merge 都從這裡走。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4809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PR, review others', leave comments. The merge gate for every branch.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5349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的設計師日常，這三個入口就夠用：拿程式碼、切換 branch、發 / 看 PR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532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designer-daily flows live in these three: get code, switch branch, open / review a PR.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新人上路：把專案 Clone 到電腦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cloning a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你只需要準備兩件事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things to prepare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691640" y="27889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的 Clone 網址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clone URL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GitHub 主頁右上角的綠色 Code 按鈕取得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green Code button at the top-right of the repo page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工程師會提供 repo 連結  ·  Engineer provides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7432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897880" y="27889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本機資料夾的位置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7880" y="3108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on your machine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你自己決定要放在哪個資料夾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local folder to 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754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 ~/work/ 底下分層管理  ·  Recommended: ~/work/ tree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準備好 → 告訴 Claude Code → Agent 完成剩下的步驟  ·  Ready → tell Claude Code → agent handles the rest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GitHub 取得 Clone 網址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clicks to copy the HTTPS link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找到右上方的綠色 Code 按鈕，點擊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green Code button at the top-right, click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269748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&gt; Code  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502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HTTPS 標籤，點右邊的複製圖示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94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HTTPS tab, then click the copy icon on the right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4160520"/>
            <a:ext cx="5486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 |   SSH   |   GitHub CLI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https://github.com/owner/repo.git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4572000"/>
            <a:ext cx="411480" cy="36576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5720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49440" y="416052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2062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vs SSH</a:t>
            </a: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初次使用選 HTTPS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time? Pick HTTPS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決定本機資料夾位置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folder on your machine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297680" cy="2194560"/>
          </a:xfrm>
          <a:prstGeom prst="roundRect">
            <a:avLst>
              <a:gd name="adj" fmla="val 2083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~/work/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company/       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company repos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personal/      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personal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learning/      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practice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選擇原則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2752344"/>
            <a:ext cx="164592" cy="164592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7523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924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935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7340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全部放同一個父資料夾  ·  One parent folder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3300984"/>
            <a:ext cx="164592" cy="164592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3009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3246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路徑簡短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34838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paths short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2826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避免太深的巢狀  ·  Avoid deep nesting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3849624"/>
            <a:ext cx="164592" cy="164592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英文路徑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4032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83133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不要用中文或空格  ·  No CJK or spaces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放哪裡其實不嚴格 — 重點是路徑乾淨、找得到、自己順手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doesn't matter much — clean path, easy to find, comfortable for you.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失敗？三個最常見的原因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clone errors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 Cause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0" y="2423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還不是這個 repo 的成員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2642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member of this repo yet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2423160"/>
            <a:ext cx="4572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423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Fix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2423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請工程師或主管把你加入 repo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0" y="2642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engineer / lead to add you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not found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 Cause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3566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網址錯誤或 private repo 未登入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785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URL, or private repo not logged 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4572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66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Fix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確認網址、確認 GitHub 帳號已登入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6480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 &amp; that you're signed 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 already exists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 Cause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94560" y="47091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目標位置已有同名資料夾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194560" y="49286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with that name already exists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4709160"/>
            <a:ext cx="4572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709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Fix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26480" y="47091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換個路徑，或請 Claude Code 看看那個資料夾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26480" y="4928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new path, or ask Claude Code to check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三個空間：程式碼的旅程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 → Staging → Repository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本機正在改的檔案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you're editing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0" y="34290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1A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準備要存的改動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queued to save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3429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正式的版本紀錄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version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 Staging？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297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staging?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你可能改了 10 個檔案，但只想先存 3 個。Staging 讓你主動挑選要存什麼。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138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edited 10 files but want to save only 3 — staging lets you pick.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Claude Code 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370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Claude 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通常自動處理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is handled automatically — say "save these changes"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vs 遠端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Remote — a one-to-one link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A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你的電腦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Directory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 Area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Repository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28600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2423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3520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（雲端正本 · cloud master）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880360"/>
            <a:ext cx="1737360" cy="0"/>
          </a:xfrm>
          <a:prstGeom prst="line">
            <a:avLst/>
          </a:prstGeom>
          <a:noFill/>
          <a:ln w="25400">
            <a:solidFill>
              <a:srgbClr val="1A66F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03320" y="2542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944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讓別人看到 · share with team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03320" y="3931920"/>
            <a:ext cx="173736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3703320" y="3593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3995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同步最新 · get latest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之後，本機資料夾和 remote repo 建立「一對一」連結，之後 push / pull 都透過它同步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clone, local folder &amp; remote repo are linked 1:1 — push / pull uses that link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 Header.tsx，三種狀態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of one file — why colleagues can't see your edits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48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改了，還沒 commit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Edited, not committed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Local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3736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 New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遠端 Remote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3474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舊的 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33172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只有你看得到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see it; can be discarded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148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了，還沒 push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807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not pushed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Local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 New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遠端 Remote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3474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舊的 Old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3840480"/>
            <a:ext cx="233172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存檔在本機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locally, team still can't see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0116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1488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514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2807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Local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 New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遠端 Remote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0" y="3474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新版 New 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840480"/>
            <a:ext cx="233172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團隊可以 pull 到了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 now pull your changes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4983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不會自動同步：你 commit 了 ≠ 別人看得到，必須 push 才會更新遠端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257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doesn't auto-sync — commit ≠ team can see it. You must push.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平行世界的工作空間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universe for experiments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4846320" cy="0"/>
          </a:xfrm>
          <a:prstGeom prst="line">
            <a:avLst/>
          </a:prstGeom>
          <a:noFill/>
          <a:ln w="38100">
            <a:solidFill>
              <a:srgbClr val="1A6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182880" cy="18288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606040"/>
            <a:ext cx="182880" cy="18288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606040"/>
            <a:ext cx="182880" cy="18288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606040"/>
            <a:ext cx="182880" cy="18288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(穩定的主線 · stable line)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697480"/>
            <a:ext cx="457200" cy="64008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337560"/>
            <a:ext cx="118872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3337560"/>
            <a:ext cx="457200" cy="-64008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32461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32461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32461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24612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experiment/header-redesign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為什麼要用 Branch？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2560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branch?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990088"/>
            <a:ext cx="146304" cy="146304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926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想試新東西又怕改壞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16382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without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3538728"/>
            <a:ext cx="146304" cy="146304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4747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團隊多人協作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7124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4087368"/>
            <a:ext cx="146304" cy="146304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0233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同時做兩個任務不混一起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42611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parallel tasks separate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83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核心價值：Branch 上的改動只有你看得到。失敗就刪，成功再合併。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257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changes on a branch are yours alone — delete if it fails, merge if it works.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命名慣例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name/type/short-description — name first in team repos, lowercase with hyphens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4864" cy="658368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677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新功能、新頁面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2468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/ pages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2267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karen/feature/user-profile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80360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44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2971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修復問題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246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3044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kevin/fix/carousel-overflow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22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實驗性質，可能不會合併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40233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Experiments, may not merge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3822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shuhan/experiment/dark-mode-test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34840"/>
            <a:ext cx="54864" cy="6583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99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refactor/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06040" y="4526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重構、整理程式碼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4800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 / restructuring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4599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peter/refactor/component-structure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394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 repo 把自己名字放最前面，避免和別人撞名、也方便 review 時一眼認出是誰的 branch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5669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 repos, put your name first — prevents name clashes and makes ownership obvious during review.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何時該用 Branch？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branch — a simple rule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2296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274320" cy="2743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048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想試新東西，不確定會不會用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3042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something uncertain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失敗可直接刪掉 · Delete on failure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274320" cy="2743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151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會花好幾天的功能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8712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feature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670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避免半成品影響主線 · Protect main from WIP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82296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236976"/>
            <a:ext cx="274320" cy="2743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182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要交付給別人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4381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from others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3236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團隊通常要求 PR · PRs expected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803904"/>
            <a:ext cx="274320" cy="2743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 repo 的小 typo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typo in personal repo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 main commit 就好 · Just commit to main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33672"/>
            <a:ext cx="82296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370832"/>
            <a:ext cx="274320" cy="2743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3159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 / 團隊 repo 的任何改動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5720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in team repos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通常有 branch 保護 · Branch protection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簡單判斷法：個人 repo 小改直接 main，實驗開 branch；團隊 repo 一律 branch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349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personal repo — small edits on main, bigger ones on a branch. Team repo — always branch.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實戰：用 Branch 做 Dark Mode 實驗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 — try dark mode on a branch (3 steps)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開實驗用 branch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5420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experiment branch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Agent 說 · Tell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1272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「開一條 branch 叫 experiment/dark-mode」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branch experiment/dark-mode"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22860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你已經在新 branch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572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a new branch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240280"/>
            <a:ext cx="502920" cy="5029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隨意改、隨意 commit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25420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commit freely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Agent 說 · Tell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1272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「commit 目前的進度」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"Commit current progress"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4251960"/>
            <a:ext cx="22860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進度都存在 branch 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572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progress saved on the branch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1031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決定要不要用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25420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— keep or drop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Agent 說 · Tell agent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55080" y="31272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 → 「合併到 main」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 → 「刪掉 branch」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→ "merge to main"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"delete branch"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4251960"/>
            <a:ext cx="22860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343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永遠維持乾淨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4572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always stays clean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的價值在於「可以反悔」  ·  Branches let you undo — main always stays clean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Claude Code 說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Claude Code — natural language → Git commands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你想做的事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0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Claude Code 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21214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229600" cy="45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開新 branch 開始工作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437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branch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0" y="2606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「開一條 branch 叫 feature/header-redesign」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84378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branch feature/header-redesign"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2296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546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看目前在哪條 branch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branch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0" y="31546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「我現在在哪個 branch？」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33924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branch am I on?"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切到別的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9410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0" y="37033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「切到 main」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39410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to main"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82296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519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做完了，合併回 main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4897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merge back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0" y="42519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「push 上去，然後開 PR 合併到 main」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44897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"Push and open a PR to main"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800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 branch 不要了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5038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branch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23360" y="48006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「刪掉 feature/header-redesign 這條 branch」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0" y="5038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"Delete branch feature/header-redesign"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440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不用背指令——知道「什麼時候該做什麼事」就夠了  ·  No need to memorize commands — just know when to do what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PUSH REJECTED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 push 被擋了，怎麼辦？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commit &amp; push gets rejected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0" cy="1371600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0116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[rejected]    main -&gt; main (non-fast-forward)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Updates were rejected because the remote contains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that you do not have locally.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這不是失敗——是 Git 在保護你不要蓋掉別人剛 push 的東西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005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failure — it's Git protecting you from overwriting others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617720"/>
            <a:ext cx="54864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09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情況下，對 AI 說「push 被擋了，幫我處理」就解決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047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90% of cases, just say "push was rejected, please handle it" — done.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2852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細節下面三頁說明 · Details on next 3 slides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為什麼會被擋？四種常見情境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common reasons — same symptom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476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476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別人剛 push 到同一個 branch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pushed to the same branch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 main 上工作，期間隊友剛推了 commit 上去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9476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476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多裝置切換沒先 pull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device without pulling first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 機 push 後，B 機繼續工作但忘了 pull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564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56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在背景動過你沒注意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did some git work last session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4279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上一輪 session 自動 commit/push 過，你不知道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29184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4564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564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罕見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自己的 branch 也被推過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9204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branch was pushed elsewhere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279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hie-rei 用 &lt;name&gt;/feature/ 命名後幾乎不會撞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023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症狀都長一樣——你不需要分辨是哪種，AI 看 git 自己就知道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3949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symptom — you don't need to diagnose. AI will figure it out.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AI 說：「處理一下」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ask AI to handle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有效的講法（任一即可）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「push 被擋了，幫我處理」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6829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"Push was rejected, please handle it"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97480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「先把別人的更新拉下來再 push」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00837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"Pull the remote updates first, then push"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37560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「告訴我為什麼被擋」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64845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why it was rejected"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接著會做的事  ·  What AI will 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5262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看一下 remote 上是什麼狀態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Check remote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8006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把別人的更新整合進你的 local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Integrate teammate's updates into your local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0749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0749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 push 一次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Push again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53492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有衝突就問你——不會 silent overwrite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Show conflicts to you, never overwrite silently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ACTIONS (CONTINUED)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不要說：「強推」、「force」、「蓋過去」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that trigger force push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避開這些字眼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強推上去 / force push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不管它了直接推 / just push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017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直接蓋過去 / just overwrite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747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我要 --force / --force-with-lease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為什麼會出事——Force Push 的後果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─ ● ─ </a:t>
            </a:r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(▲ = 隊友剛 push 的 commit)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force push 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─ ● ─ </a:t>
            </a:r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 </a:t>
            </a:r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3429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(▲ 不見了——被你 commit 覆蓋)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84048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隊友的工作消失了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69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work is gone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892040"/>
            <a:ext cx="54864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83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別擔心：hie-rei 的 hooks 已經機械擋下 force push——說錯話也跑不出來。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5303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— hie-rei's hooks already block force push, even if your wording is off. (Next slide)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你不是一個人在防範這些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defending alone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01168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已經在這個 repo 裡寫了 git hooks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3317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set up git hooks for this repo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想做剛才提的那些危險操作（force push、git add . 全部、commit 含 secret⋯）會被自動擋下，不用擔心一不小心犯錯。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0358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block AI from running the dangerous operations we just talked about — you can't accidentally break things.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11880"/>
            <a:ext cx="54864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3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但是 — 這層保護只在這個 repo 裡有效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safety net only applies inside this repo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370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離開這個 repo（你的個人專案、其他 team 的 repo）就沒有這套防呆。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6908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this repo (your own projects, other teams' repos), there's no safety net.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285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養成不對 AI 說「強推」「force」「直接覆蓋」的習慣，離開 repo 也帶得走。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5595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 of not saying "force" / "overwrite" — discipline travels with you.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這週記住三件事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 from Week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783080" y="20116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個人工作也要用 repo 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repo for personal work too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6060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不要只存在本機——電腦壞了、檔案誤刪就沒了。建立 personal repo，push 到 GitHub 當備份。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8803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local-only files. Create a personal repo and push to GitHub as backup.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1783080" y="310896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personal repo 練習 branch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429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branching in your personal repo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7033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 repo 最自由，怎麼玩都不影響別人。熟悉「開 branch → commit → merge」的流程。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9776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repos are the safest playground — master branch → commit → merge before team work.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1783080" y="42062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用資料夾結構分層管理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45262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folders in layers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4800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~/work/company/、~/work/personal/，看路徑就知道在哪一層。降低 push 錯 repo 的風險。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50749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~/work/company/ vs ~/work/personal/ — the path alone tells you what layer you're in.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A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/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常見名詞解惑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Vocabulary — words that look confusingly similar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" cy="36576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36576" cy="731520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vs Push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存檔還是分享？ · Save locally or share?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576" cy="731520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319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vs Fork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270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 repo 還是複製一份？ · Same repo or a copy?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36576" cy="731520"/>
          </a:xfrm>
          <a:prstGeom prst="rect">
            <a:avLst/>
          </a:prstGeom>
          <a:solidFill>
            <a:srgbClr val="1A66FF"/>
          </a:solidFill>
          <a:ln w="12700">
            <a:solidFill>
              <a:srgbClr val="1A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vs Discard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138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改到一半要切分支怎麼辦？ · Mid-edit branch switch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week!  ·  下週見！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的基本架構 — Week 2</dc:title>
  <dc:subject>PptxGenJS Presentation</dc:subject>
  <dc:creator>Karen Shen</dc:creator>
  <cp:lastModifiedBy>Karen Shen</cp:lastModifiedBy>
  <cp:revision>1</cp:revision>
  <dcterms:created xsi:type="dcterms:W3CDTF">2026-05-11T09:57:11Z</dcterms:created>
  <dcterms:modified xsi:type="dcterms:W3CDTF">2026-05-11T09:57:11Z</dcterms:modified>
</cp:coreProperties>
</file>